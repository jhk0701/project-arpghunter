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2" r:id="rId24"/>
    <p:sldId id="278" r:id="rId25"/>
    <p:sldId id="279" r:id="rId26"/>
    <p:sldId id="280" r:id="rId27"/>
    <p:sldId id="281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D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05" autoAdjust="0"/>
    <p:restoredTop sz="96279" autoAdjust="0"/>
  </p:normalViewPr>
  <p:slideViewPr>
    <p:cSldViewPr snapToGrid="0" showGuides="1">
      <p:cViewPr varScale="1">
        <p:scale>
          <a:sx n="107" d="100"/>
          <a:sy n="107" d="100"/>
        </p:scale>
        <p:origin x="750" y="84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80C216-7AC4-482D-A25B-339B4E373C44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4B0AFA-6D7F-4C31-A334-420C28DC40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935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77C-5364-4FAF-AB24-F59E083ADCD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05A5-2629-49A0-9858-35F1EC978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1668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77C-5364-4FAF-AB24-F59E083ADCD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05A5-2629-49A0-9858-35F1EC978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852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77C-5364-4FAF-AB24-F59E083ADCD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05A5-2629-49A0-9858-35F1EC978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314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77C-5364-4FAF-AB24-F59E083ADCD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05A5-2629-49A0-9858-35F1EC978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64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77C-5364-4FAF-AB24-F59E083ADCD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05A5-2629-49A0-9858-35F1EC978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4411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77C-5364-4FAF-AB24-F59E083ADCD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05A5-2629-49A0-9858-35F1EC978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35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77C-5364-4FAF-AB24-F59E083ADCD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05A5-2629-49A0-9858-35F1EC978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750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77C-5364-4FAF-AB24-F59E083ADCD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05A5-2629-49A0-9858-35F1EC978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9464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77C-5364-4FAF-AB24-F59E083ADCD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05A5-2629-49A0-9858-35F1EC978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5669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77C-5364-4FAF-AB24-F59E083ADCD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05A5-2629-49A0-9858-35F1EC978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876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77C-5364-4FAF-AB24-F59E083ADCD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05A5-2629-49A0-9858-35F1EC978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0686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56477C-5364-4FAF-AB24-F59E083ADCD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705A5-2629-49A0-9858-35F1EC978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1401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981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295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215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507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9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126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706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832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140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070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646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141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935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677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533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164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457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693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025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3750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060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0963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1546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7309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8534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5818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798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5488</TotalTime>
  <Words>0</Words>
  <Application>Microsoft Office PowerPoint</Application>
  <PresentationFormat>와이드스크린</PresentationFormat>
  <Paragraphs>0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2575</cp:revision>
  <dcterms:created xsi:type="dcterms:W3CDTF">2025-12-03T02:34:26Z</dcterms:created>
  <dcterms:modified xsi:type="dcterms:W3CDTF">2026-03-25T07:09:41Z</dcterms:modified>
</cp:coreProperties>
</file>