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05" autoAdjust="0"/>
    <p:restoredTop sz="96279" autoAdjust="0"/>
  </p:normalViewPr>
  <p:slideViewPr>
    <p:cSldViewPr snapToGrid="0" showGuides="1">
      <p:cViewPr varScale="1">
        <p:scale>
          <a:sx n="111" d="100"/>
          <a:sy n="111" d="100"/>
        </p:scale>
        <p:origin x="672" y="72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981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295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215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07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8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126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706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832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140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070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646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141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935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677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533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164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457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6931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025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3750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2060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963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730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853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581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798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5488</TotalTime>
  <Words>0</Words>
  <Application>Microsoft Office PowerPoint</Application>
  <PresentationFormat>와이드스크린</PresentationFormat>
  <Paragraphs>0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2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2572</cp:revision>
  <dcterms:created xsi:type="dcterms:W3CDTF">2025-12-03T02:34:26Z</dcterms:created>
  <dcterms:modified xsi:type="dcterms:W3CDTF">2026-03-25T02:24:53Z</dcterms:modified>
</cp:coreProperties>
</file>