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302" r:id="rId20"/>
    <p:sldId id="290" r:id="rId21"/>
    <p:sldId id="293" r:id="rId22"/>
    <p:sldId id="294" r:id="rId23"/>
    <p:sldId id="304" r:id="rId24"/>
    <p:sldId id="265" r:id="rId25"/>
    <p:sldId id="276" r:id="rId26"/>
    <p:sldId id="303" r:id="rId27"/>
    <p:sldId id="284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05" autoAdjust="0"/>
    <p:restoredTop sz="88721" autoAdjust="0"/>
  </p:normalViewPr>
  <p:slideViewPr>
    <p:cSldViewPr snapToGrid="0" showGuides="1">
      <p:cViewPr varScale="1">
        <p:scale>
          <a:sx n="98" d="100"/>
          <a:sy n="98" d="100"/>
        </p:scale>
        <p:origin x="1110" y="96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 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아이템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재료로 사용하여 아이템 제작에 사용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소비 아이템</a:t>
            </a: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소비를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 플레이어에게 각종 효과</a:t>
            </a: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 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제공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장비 아이템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장착을 통해 플레이어의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상승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	-</a:t>
            </a: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무기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	- 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방어구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구성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게임의 특성상 다양하고 많은 아이템을 다룰 수 있도록 데이터테이블과 데이터 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아이템의 종류에 따라 구성하는 데이터가 달라 각 종류에 따른 데이터 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대량의 아이템 정보는 데이터테이블로 관리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아이템의 세부적인 정보는 데이터 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작업 중인 레벨과의 차이점이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4697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Ability System(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 단에서 이미 지원하는 기능이 있다는 것을 모른 상태로 개발을 진행한 것이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엔진을 사용하는 장점을 져버렸다는 점이 아쉬웠습니다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점을 반성하고자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GAS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학습하고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적용한다면 어떤 식으로 작업할지 정리해보았습니다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0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0.png"/><Relationship Id="rId9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Relationship Id="rId9" Type="http://schemas.openxmlformats.org/officeDocument/2006/relationships/image" Target="../media/image8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929668" y="-157664"/>
            <a:ext cx="14051336" cy="71733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75000"/>
                    </a14:imgEffect>
                  </a14:imgLayer>
                </a14:imgProps>
              </a:ext>
            </a:extLst>
          </a:blip>
          <a:srcRect l="21238" t="3717" r="15580" b="4056"/>
          <a:stretch/>
        </p:blipFill>
        <p:spPr>
          <a:xfrm>
            <a:off x="0" y="0"/>
            <a:ext cx="5963753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6" t="11024" r="5531" b="40886"/>
          <a:stretch/>
        </p:blipFill>
        <p:spPr>
          <a:xfrm>
            <a:off x="540000" y="1032836"/>
            <a:ext cx="11112000" cy="33042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936891"/>
            <a:ext cx="11112002" cy="3984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필요한 입력을 처리할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1231375"/>
            <a:ext cx="5353584" cy="233695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3683416"/>
            <a:ext cx="5353584" cy="155952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5824" y="2240590"/>
            <a:ext cx="4238625" cy="131839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/>
          <a:srcRect b="2230"/>
          <a:stretch/>
        </p:blipFill>
        <p:spPr>
          <a:xfrm>
            <a:off x="4198703" y="3805201"/>
            <a:ext cx="2166153" cy="280691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025"/>
          <a:stretch/>
        </p:blipFill>
        <p:spPr>
          <a:xfrm>
            <a:off x="444752" y="3805201"/>
            <a:ext cx="3679573" cy="205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자원 요소로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작동하고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중이지 않다면 천천히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회복됩니다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게이지를 소모하여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8"/>
            <a:ext cx="4535066" cy="181078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2192626"/>
            <a:ext cx="1669262" cy="19070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430" y="2192628"/>
            <a:ext cx="2427595" cy="167679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4166482"/>
            <a:ext cx="4201691" cy="2429579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7"/>
          <a:srcRect l="76583" t="15987" b="11662"/>
          <a:stretch/>
        </p:blipFill>
        <p:spPr>
          <a:xfrm>
            <a:off x="528459" y="3462206"/>
            <a:ext cx="2677196" cy="296563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8"/>
          <a:srcRect r="14780" b="1662"/>
          <a:stretch/>
        </p:blipFill>
        <p:spPr>
          <a:xfrm>
            <a:off x="3352488" y="3869420"/>
            <a:ext cx="2716763" cy="185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 이벤트가 발생할 때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7"/>
            <a:ext cx="3173406" cy="180679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170180"/>
            <a:ext cx="4274482" cy="27073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5432" y="4033759"/>
            <a:ext cx="2304511" cy="261011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4925853"/>
            <a:ext cx="2229188" cy="172230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275" y="3753643"/>
            <a:ext cx="5318148" cy="275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여러 액션에서 재사용하여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조립하듯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315047"/>
            <a:ext cx="4511210" cy="182078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2270589"/>
            <a:ext cx="4222975" cy="217501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4580352"/>
            <a:ext cx="5093218" cy="1644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2062028"/>
            <a:ext cx="4603499" cy="16362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791805"/>
            <a:ext cx="3152976" cy="258994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2976" y="3791804"/>
            <a:ext cx="2412751" cy="2252312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23900" y="5422901"/>
            <a:ext cx="2969076" cy="95885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692976" y="4089285"/>
            <a:ext cx="2412548" cy="55256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2896119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스매시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 각 유형의 입력을 받아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64989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5184913" cy="27993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3297445"/>
            <a:ext cx="4516017" cy="32745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925" y="3819449"/>
            <a:ext cx="2109574" cy="127022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6"/>
          <a:srcRect t="10379" b="6643"/>
          <a:stretch/>
        </p:blipFill>
        <p:spPr>
          <a:xfrm>
            <a:off x="3591925" y="5151226"/>
            <a:ext cx="1688484" cy="142071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846241" y="1771649"/>
            <a:ext cx="4190568" cy="17602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6846239" y="4570965"/>
            <a:ext cx="3993211" cy="4010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2551"/>
          <a:stretch/>
        </p:blipFill>
        <p:spPr>
          <a:xfrm>
            <a:off x="1085352" y="3819449"/>
            <a:ext cx="2241300" cy="275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기반으로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수행하는 동작에 대한 데이터에 접근합니다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595145"/>
            <a:ext cx="4177047" cy="15435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26" y="2226147"/>
            <a:ext cx="2675467" cy="159764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228325"/>
            <a:ext cx="2419987" cy="94364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277" y="4467225"/>
            <a:ext cx="8078516" cy="213819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038475"/>
            <a:ext cx="2976512" cy="3566945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647700" y="4343400"/>
            <a:ext cx="2868812" cy="40233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9277" y="3032660"/>
            <a:ext cx="2402067" cy="1216431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7882128" y="5760720"/>
            <a:ext cx="704088" cy="30175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47700" y="4892342"/>
            <a:ext cx="2214372" cy="37460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꺾인 연결선 21"/>
          <p:cNvCxnSpPr>
            <a:stCxn id="18" idx="3"/>
            <a:endCxn id="14" idx="1"/>
          </p:cNvCxnSpPr>
          <p:nvPr/>
        </p:nvCxnSpPr>
        <p:spPr>
          <a:xfrm>
            <a:off x="3516512" y="4544568"/>
            <a:ext cx="262765" cy="99175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stCxn id="16" idx="0"/>
            <a:endCxn id="5" idx="2"/>
          </p:cNvCxnSpPr>
          <p:nvPr/>
        </p:nvCxnSpPr>
        <p:spPr>
          <a:xfrm rot="16200000" flipV="1">
            <a:off x="5851428" y="3377975"/>
            <a:ext cx="1511629" cy="3253861"/>
          </a:xfrm>
          <a:prstGeom prst="bentConnector3">
            <a:avLst>
              <a:gd name="adj1" fmla="val 8871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/>
          <p:cNvSpPr/>
          <p:nvPr/>
        </p:nvSpPr>
        <p:spPr>
          <a:xfrm>
            <a:off x="3968496" y="3475470"/>
            <a:ext cx="1920240" cy="39167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꺾인 연결선 36"/>
          <p:cNvCxnSpPr>
            <a:stCxn id="35" idx="1"/>
            <a:endCxn id="20" idx="1"/>
          </p:cNvCxnSpPr>
          <p:nvPr/>
        </p:nvCxnSpPr>
        <p:spPr>
          <a:xfrm rot="10800000" flipV="1">
            <a:off x="647700" y="3671309"/>
            <a:ext cx="3320796" cy="1408333"/>
          </a:xfrm>
          <a:prstGeom prst="bentConnector3">
            <a:avLst>
              <a:gd name="adj1" fmla="val 10688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762" y="591272"/>
            <a:ext cx="4666974" cy="288678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86" y="3630813"/>
            <a:ext cx="4177258" cy="30288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1737137"/>
            <a:ext cx="2577303" cy="18660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r="5586"/>
          <a:stretch/>
        </p:blipFill>
        <p:spPr>
          <a:xfrm>
            <a:off x="3117302" y="1734708"/>
            <a:ext cx="3045373" cy="186846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7"/>
          <a:srcRect b="10529"/>
          <a:stretch/>
        </p:blipFill>
        <p:spPr>
          <a:xfrm>
            <a:off x="539999" y="4485288"/>
            <a:ext cx="2485123" cy="21726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7302" y="4485289"/>
            <a:ext cx="1783774" cy="2029812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3256" y="4485288"/>
            <a:ext cx="1740551" cy="2172687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3295120" y="4803497"/>
            <a:ext cx="1605956" cy="72100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62784" y="4792234"/>
            <a:ext cx="2362337" cy="39889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20" idx="3"/>
            <a:endCxn id="18" idx="1"/>
          </p:cNvCxnSpPr>
          <p:nvPr/>
        </p:nvCxnSpPr>
        <p:spPr>
          <a:xfrm>
            <a:off x="3025121" y="4991680"/>
            <a:ext cx="269999" cy="172319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060552" y="4803497"/>
            <a:ext cx="1673253" cy="185447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18" idx="3"/>
            <a:endCxn id="24" idx="1"/>
          </p:cNvCxnSpPr>
          <p:nvPr/>
        </p:nvCxnSpPr>
        <p:spPr>
          <a:xfrm>
            <a:off x="4901076" y="5163999"/>
            <a:ext cx="159476" cy="56673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방향으로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성장에 필요한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포인트는 스테이지를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클리어해서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레벨을 올려 얻을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원하는 대로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얻은 값을 추가하도록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4231"/>
            <a:ext cx="4216071" cy="356523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01" y="4773310"/>
            <a:ext cx="5079750" cy="1723166"/>
          </a:xfrm>
          <a:prstGeom prst="rect">
            <a:avLst/>
          </a:prstGeom>
        </p:spPr>
      </p:pic>
      <p:sp>
        <p:nvSpPr>
          <p:cNvPr id="14" name="직사각형 13"/>
          <p:cNvSpPr/>
          <p:nvPr/>
        </p:nvSpPr>
        <p:spPr>
          <a:xfrm>
            <a:off x="7159752" y="3080785"/>
            <a:ext cx="3392424" cy="31163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923215"/>
            <a:ext cx="4136124" cy="850093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4817056"/>
            <a:ext cx="3730395" cy="1444189"/>
          </a:xfrm>
          <a:prstGeom prst="rect">
            <a:avLst/>
          </a:prstGeom>
        </p:spPr>
      </p:pic>
      <p:cxnSp>
        <p:nvCxnSpPr>
          <p:cNvPr id="17" name="꺾인 연결선 16"/>
          <p:cNvCxnSpPr>
            <a:stCxn id="14" idx="3"/>
            <a:endCxn id="6" idx="3"/>
          </p:cNvCxnSpPr>
          <p:nvPr/>
        </p:nvCxnSpPr>
        <p:spPr>
          <a:xfrm>
            <a:off x="10552176" y="3236605"/>
            <a:ext cx="250281" cy="1111657"/>
          </a:xfrm>
          <a:prstGeom prst="bentConnector3">
            <a:avLst>
              <a:gd name="adj1" fmla="val 19133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연결선 22"/>
          <p:cNvCxnSpPr>
            <a:stCxn id="14" idx="3"/>
            <a:endCxn id="15" idx="3"/>
          </p:cNvCxnSpPr>
          <p:nvPr/>
        </p:nvCxnSpPr>
        <p:spPr>
          <a:xfrm flipH="1">
            <a:off x="10396727" y="3236605"/>
            <a:ext cx="155449" cy="2302546"/>
          </a:xfrm>
          <a:prstGeom prst="bentConnector3">
            <a:avLst>
              <a:gd name="adj1" fmla="val -31568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연결될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인덱스를 설정하여 트리 형태가 되도록 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7" y="315047"/>
            <a:ext cx="4161365" cy="615782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20021" r="44487"/>
          <a:stretch/>
        </p:blipFill>
        <p:spPr>
          <a:xfrm>
            <a:off x="539999" y="1781254"/>
            <a:ext cx="2519856" cy="208245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99" y="3958118"/>
            <a:ext cx="2600125" cy="265223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8000" y="2362640"/>
            <a:ext cx="2935652" cy="4247710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62785" y="2457450"/>
            <a:ext cx="956466" cy="94667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748510" y="5684519"/>
            <a:ext cx="1578787" cy="78834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16" idx="1"/>
            <a:endCxn id="17" idx="1"/>
          </p:cNvCxnSpPr>
          <p:nvPr/>
        </p:nvCxnSpPr>
        <p:spPr>
          <a:xfrm rot="10800000" flipH="1" flipV="1">
            <a:off x="662784" y="2930784"/>
            <a:ext cx="85725" cy="3147909"/>
          </a:xfrm>
          <a:prstGeom prst="bentConnector3">
            <a:avLst>
              <a:gd name="adj1" fmla="val -266667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095500" y="2501900"/>
            <a:ext cx="600075" cy="83309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3611139" y="4094462"/>
            <a:ext cx="1684762" cy="34418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꺾인 연결선 23"/>
          <p:cNvCxnSpPr>
            <a:stCxn id="22" idx="3"/>
            <a:endCxn id="23" idx="1"/>
          </p:cNvCxnSpPr>
          <p:nvPr/>
        </p:nvCxnSpPr>
        <p:spPr>
          <a:xfrm>
            <a:off x="2695575" y="2918450"/>
            <a:ext cx="915564" cy="134810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00931" y="5746196"/>
            <a:ext cx="1594970" cy="86415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095500" y="3429407"/>
            <a:ext cx="819345" cy="3942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꺾인 연결선 26"/>
          <p:cNvCxnSpPr>
            <a:endCxn id="25" idx="1"/>
          </p:cNvCxnSpPr>
          <p:nvPr/>
        </p:nvCxnSpPr>
        <p:spPr>
          <a:xfrm rot="16200000" flipH="1">
            <a:off x="1941046" y="4418388"/>
            <a:ext cx="2354646" cy="1165124"/>
          </a:xfrm>
          <a:prstGeom prst="bentConnector2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저장하기 쉽도록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315047"/>
            <a:ext cx="4367440" cy="2446576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4482655"/>
            <a:ext cx="4367440" cy="2235134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2880025"/>
            <a:ext cx="4800600" cy="156347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5395027"/>
            <a:ext cx="2809507" cy="117106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4062723"/>
            <a:ext cx="2809507" cy="1151691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062723"/>
            <a:ext cx="2876550" cy="135489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000" y="2183570"/>
            <a:ext cx="5555999" cy="1687162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747712" y="4995863"/>
            <a:ext cx="2544127" cy="24993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13" idx="1"/>
          </p:cNvCxnSpPr>
          <p:nvPr/>
        </p:nvCxnSpPr>
        <p:spPr>
          <a:xfrm flipV="1">
            <a:off x="3291839" y="4638569"/>
            <a:ext cx="208014" cy="48226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꺾인 연결선 20"/>
          <p:cNvCxnSpPr>
            <a:stCxn id="17" idx="3"/>
            <a:endCxn id="12" idx="1"/>
          </p:cNvCxnSpPr>
          <p:nvPr/>
        </p:nvCxnSpPr>
        <p:spPr>
          <a:xfrm>
            <a:off x="3291839" y="5120832"/>
            <a:ext cx="208014" cy="85972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6891337" y="1168400"/>
            <a:ext cx="2532063" cy="482601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/>
          <p:cNvSpPr/>
          <p:nvPr/>
        </p:nvSpPr>
        <p:spPr>
          <a:xfrm>
            <a:off x="6891337" y="2021753"/>
            <a:ext cx="3395663" cy="58809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꺾인 연결선 27"/>
          <p:cNvCxnSpPr>
            <a:stCxn id="26" idx="3"/>
            <a:endCxn id="19" idx="3"/>
          </p:cNvCxnSpPr>
          <p:nvPr/>
        </p:nvCxnSpPr>
        <p:spPr>
          <a:xfrm>
            <a:off x="9423400" y="1409701"/>
            <a:ext cx="2053057" cy="2252061"/>
          </a:xfrm>
          <a:prstGeom prst="bentConnector3">
            <a:avLst>
              <a:gd name="adj1" fmla="val 11113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연결선 30"/>
          <p:cNvCxnSpPr>
            <a:stCxn id="27" idx="3"/>
            <a:endCxn id="18" idx="3"/>
          </p:cNvCxnSpPr>
          <p:nvPr/>
        </p:nvCxnSpPr>
        <p:spPr>
          <a:xfrm>
            <a:off x="10287000" y="2315802"/>
            <a:ext cx="756297" cy="3284420"/>
          </a:xfrm>
          <a:prstGeom prst="bentConnector3">
            <a:avLst>
              <a:gd name="adj1" fmla="val 219696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필요 없으므로 간략한 형태로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027" name="Picture 3" descr="C:\Users\B-05\Downloads\carbon (1)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27018" y="3441347"/>
            <a:ext cx="2685662" cy="3047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B-05\Downloads\carbon (2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2530" y="3441347"/>
            <a:ext cx="2508041" cy="3414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00" y="3823180"/>
            <a:ext cx="5556000" cy="2758197"/>
          </a:xfrm>
          <a:prstGeom prst="rect">
            <a:avLst/>
          </a:prstGeom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512" y="3246603"/>
            <a:ext cx="2164788" cy="3496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864599" y="3254176"/>
            <a:ext cx="1917702" cy="34884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8512" y="315046"/>
            <a:ext cx="3438137" cy="284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10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5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99094" y="3005576"/>
            <a:ext cx="4759355" cy="3528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C:\Users\B-05\Downloads\carbon (7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95" y="302801"/>
            <a:ext cx="4915976" cy="2618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직사각형 11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1099" y="2859462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/>
          <a:srcRect r="10361"/>
          <a:stretch/>
        </p:blipFill>
        <p:spPr>
          <a:xfrm>
            <a:off x="451100" y="3721236"/>
            <a:ext cx="3158876" cy="2781067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6"/>
          <a:srcRect l="5189" r="9276"/>
          <a:stretch/>
        </p:blipFill>
        <p:spPr>
          <a:xfrm>
            <a:off x="3655290" y="3721236"/>
            <a:ext cx="2898490" cy="203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637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활용했으며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행동에 관련하여 추가적인 작업을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234126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1099" y="2859462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844347"/>
            <a:ext cx="4573730" cy="144963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128780"/>
            <a:ext cx="4781550" cy="241492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53" y="3721236"/>
            <a:ext cx="5622531" cy="281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454275" y="110676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몽타주에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GimicNotify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설정하여 특정한 종류의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860544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321428"/>
            <a:ext cx="3752063" cy="140344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825017"/>
            <a:ext cx="3785240" cy="22035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4128731"/>
            <a:ext cx="4469825" cy="249114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6"/>
          <a:srcRect t="1719" r="9584" b="17304"/>
          <a:stretch/>
        </p:blipFill>
        <p:spPr>
          <a:xfrm>
            <a:off x="540000" y="2705099"/>
            <a:ext cx="5556000" cy="148284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7"/>
          <a:srcRect l="18814" t="75574" r="16258" b="694"/>
          <a:stretch/>
        </p:blipFill>
        <p:spPr>
          <a:xfrm>
            <a:off x="540000" y="5325686"/>
            <a:ext cx="4162424" cy="1031766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8"/>
          <a:srcRect r="25218"/>
          <a:stretch/>
        </p:blipFill>
        <p:spPr>
          <a:xfrm>
            <a:off x="539999" y="4308947"/>
            <a:ext cx="2042805" cy="89573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16624" y="4308947"/>
            <a:ext cx="2176300" cy="895733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1224760" y="5570220"/>
            <a:ext cx="2747165" cy="20193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4697768" y="5325686"/>
            <a:ext cx="14824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 활성화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정보와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정보를 데이터테이블로 만들어두었습니다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인덱스를 부여하여 각각의 구역을 표시합니다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않고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등록하여 재사용합니다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023438"/>
            <a:ext cx="5049979" cy="34634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9" y="315047"/>
            <a:ext cx="1562100" cy="7659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8" y="1151668"/>
            <a:ext cx="4550607" cy="180108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665560"/>
            <a:ext cx="2565149" cy="270995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7"/>
          <a:srcRect l="45483"/>
          <a:stretch/>
        </p:blipFill>
        <p:spPr>
          <a:xfrm>
            <a:off x="3228518" y="3665560"/>
            <a:ext cx="2877006" cy="257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4156316"/>
            <a:ext cx="3436393" cy="2523679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315047"/>
            <a:ext cx="3754578" cy="1222797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1" y="1586409"/>
            <a:ext cx="2800940" cy="122222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2857202"/>
            <a:ext cx="3704280" cy="125054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 간에 개별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진행 과정에 직접적으로 관여하지 않도록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444751" y="860544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1908492"/>
            <a:ext cx="1662324" cy="1144130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44751" y="1666283"/>
            <a:ext cx="253657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종류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460380" y="3175752"/>
            <a:ext cx="564514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4472334"/>
            <a:ext cx="5194981" cy="2103726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7301710" y="926444"/>
            <a:ext cx="3581508" cy="49793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7301710" y="2483497"/>
            <a:ext cx="1146965" cy="2228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7301710" y="3683584"/>
            <a:ext cx="2627871" cy="34215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20" idx="3"/>
            <a:endCxn id="14" idx="3"/>
          </p:cNvCxnSpPr>
          <p:nvPr/>
        </p:nvCxnSpPr>
        <p:spPr>
          <a:xfrm flipH="1">
            <a:off x="9929581" y="1175413"/>
            <a:ext cx="953637" cy="1022110"/>
          </a:xfrm>
          <a:prstGeom prst="bentConnector3">
            <a:avLst>
              <a:gd name="adj1" fmla="val -239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stCxn id="21" idx="3"/>
            <a:endCxn id="15" idx="0"/>
          </p:cNvCxnSpPr>
          <p:nvPr/>
        </p:nvCxnSpPr>
        <p:spPr>
          <a:xfrm>
            <a:off x="8448675" y="2594940"/>
            <a:ext cx="532105" cy="262262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/>
          <p:cNvSpPr/>
          <p:nvPr/>
        </p:nvSpPr>
        <p:spPr>
          <a:xfrm>
            <a:off x="7317671" y="5855284"/>
            <a:ext cx="2627871" cy="72077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3" name="꺾인 연결선 52"/>
          <p:cNvCxnSpPr>
            <a:stCxn id="22" idx="3"/>
            <a:endCxn id="51" idx="3"/>
          </p:cNvCxnSpPr>
          <p:nvPr/>
        </p:nvCxnSpPr>
        <p:spPr>
          <a:xfrm>
            <a:off x="9929581" y="3854662"/>
            <a:ext cx="15961" cy="2361010"/>
          </a:xfrm>
          <a:prstGeom prst="bentConnector3">
            <a:avLst>
              <a:gd name="adj1" fmla="val 74521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C:\Users\B-05\Downloads\carbo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6182" y="2212480"/>
            <a:ext cx="2593849" cy="930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C:\Users\B-05\Downloads\carbon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6182" y="828470"/>
            <a:ext cx="2593849" cy="133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/>
          <p:cNvSpPr/>
          <p:nvPr/>
        </p:nvSpPr>
        <p:spPr>
          <a:xfrm>
            <a:off x="444751" y="1480347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캐릭터가 사용하는 아이템의 종류는 크게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나눌 수 있었습니다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아이템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재료로 사용하여 아이템 제작에 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소비 아이템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아이템을 소비하여 플레이어에게 각종 효과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제공합니다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장비 아이템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장착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상승시킵니다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아이템 구조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454275" y="710906"/>
            <a:ext cx="8194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아이템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454275" y="2532788"/>
            <a:ext cx="564172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사용하여 다양하고 많은 아이템의 데이터를 추가하기 쉽게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데이터테이블을 사용해서 대량의 아이템 데이터를 관리하고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종류마다 세부적인 정보는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모듈화하는 방향으로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454275" y="2286567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아이템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02" r="7215"/>
          <a:stretch/>
        </p:blipFill>
        <p:spPr bwMode="auto">
          <a:xfrm>
            <a:off x="9326959" y="512976"/>
            <a:ext cx="2646659" cy="2800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6183" y="3524249"/>
            <a:ext cx="2510061" cy="28270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5671" y="3524249"/>
            <a:ext cx="2411746" cy="28270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직사각형 12"/>
          <p:cNvSpPr/>
          <p:nvPr/>
        </p:nvSpPr>
        <p:spPr>
          <a:xfrm>
            <a:off x="7101564" y="6351264"/>
            <a:ext cx="14793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장비 아이템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9931894" y="6351264"/>
            <a:ext cx="14793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소비 아이템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7700732" y="530652"/>
            <a:ext cx="14793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기반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9326959" y="3024188"/>
            <a:ext cx="2194481" cy="28921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꺾인 연결선 26"/>
          <p:cNvCxnSpPr>
            <a:stCxn id="25" idx="2"/>
            <a:endCxn id="2056" idx="0"/>
          </p:cNvCxnSpPr>
          <p:nvPr/>
        </p:nvCxnSpPr>
        <p:spPr>
          <a:xfrm rot="16200000" flipH="1">
            <a:off x="10442450" y="3295155"/>
            <a:ext cx="210844" cy="24734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꺾인 연결선 32"/>
          <p:cNvCxnSpPr>
            <a:stCxn id="25" idx="2"/>
            <a:endCxn id="2055" idx="0"/>
          </p:cNvCxnSpPr>
          <p:nvPr/>
        </p:nvCxnSpPr>
        <p:spPr>
          <a:xfrm rot="5400000">
            <a:off x="9027285" y="2127334"/>
            <a:ext cx="210844" cy="258298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275" y="3451247"/>
            <a:ext cx="5641725" cy="29862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51653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2878855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기능을 작업하고 나서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이용해 레벨을 만들어 테스트하던 도중 에러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4" y="3125076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해결했습니다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4" y="1770860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원인 분석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4" y="2017081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최초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반환되어 에러가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레벨과의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차이점은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유무임을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높이와 충돌 문제가 있음을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기존에 쓰던 평평한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메시에서와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차이와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충돌로 인해서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206" y="3617519"/>
            <a:ext cx="4803319" cy="26173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3617518"/>
            <a:ext cx="4715416" cy="205647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5816763"/>
            <a:ext cx="5632201" cy="427271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979179" y="4367155"/>
            <a:ext cx="408812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379104" y="5739885"/>
            <a:ext cx="570737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꺾인 연결선 17"/>
          <p:cNvCxnSpPr>
            <a:stCxn id="15" idx="3"/>
            <a:endCxn id="16" idx="0"/>
          </p:cNvCxnSpPr>
          <p:nvPr/>
        </p:nvCxnSpPr>
        <p:spPr>
          <a:xfrm flipH="1">
            <a:off x="3232790" y="4657668"/>
            <a:ext cx="1834510" cy="1082217"/>
          </a:xfrm>
          <a:prstGeom prst="bentConnector4">
            <a:avLst>
              <a:gd name="adj1" fmla="val -12461"/>
              <a:gd name="adj2" fmla="val 6342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6781800" y="4355244"/>
            <a:ext cx="3838576" cy="4318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데이터테이블을 참조하는 과정에서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103869"/>
            <a:ext cx="7921244" cy="103677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5449706"/>
            <a:ext cx="9658861" cy="60165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2501331"/>
            <a:ext cx="2946150" cy="1408086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667454" y="4552950"/>
            <a:ext cx="7793790" cy="4476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3" idx="0"/>
          </p:cNvCxnSpPr>
          <p:nvPr/>
        </p:nvCxnSpPr>
        <p:spPr>
          <a:xfrm flipH="1">
            <a:off x="5369430" y="4776788"/>
            <a:ext cx="3091814" cy="672918"/>
          </a:xfrm>
          <a:prstGeom prst="bentConnector4">
            <a:avLst>
              <a:gd name="adj1" fmla="val -7394"/>
              <a:gd name="adj2" fmla="val 666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설정하고 다시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출력됐습니다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아니라면 데이터테이블에서 레벨 시퀀스를 직접 참조하기 때문에 발생한 것이라 판단했고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후 다시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사용하는 것으로 문제를 해결했습니다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2051" y="3441640"/>
            <a:ext cx="5297928" cy="199540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3441641"/>
            <a:ext cx="4133850" cy="1995405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819853" y="4867550"/>
            <a:ext cx="3742621" cy="2952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5582353" y="4572274"/>
            <a:ext cx="4914197" cy="6762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18" idx="1"/>
          </p:cNvCxnSpPr>
          <p:nvPr/>
        </p:nvCxnSpPr>
        <p:spPr>
          <a:xfrm flipV="1">
            <a:off x="4562474" y="4910412"/>
            <a:ext cx="1019879" cy="10477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7443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42338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Gameplay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775575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프로젝트를 개발 당시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언리얼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Ability System(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대한 사전 지식이 없는 상태로 액션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전투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상태 변화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처리하는 시스템을 구축했습니다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액션과 효과를 모듈화하고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 컴포넌트나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간의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결합도를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낮추는 등 객체지향적 설계에 대해 고민하며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비록 프로젝트 중반에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알게 되어 아쉬움이 있었지만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밑바닥부터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유사한 구조 설계하는 과정은 오히려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구조 대해 이해하는데 큰 도움이 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유사한 구조를 만들어보며 고민하고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구현해보았기에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Ability,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AttributeSet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Effect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같은 요소들이 분리된 이유와 의도에 대해 이해할 수 있었습니다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 가진 방대한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아키텍쳐에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설계를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어느정도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공감하며 이해할 수 있게 되어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학습하고 다음 프로젝트에 적용하는데 더 효과적으로 작업할 수 있을 것입니다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4088722"/>
            <a:ext cx="7599827" cy="2400711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4"/>
          <a:srcRect l="2966" b="2416"/>
          <a:stretch/>
        </p:blipFill>
        <p:spPr>
          <a:xfrm>
            <a:off x="6814295" y="2049734"/>
            <a:ext cx="5075830" cy="3519676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54275" y="3809572"/>
            <a:ext cx="28129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중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설계 메모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및 액션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9077218" y="5569410"/>
            <a:ext cx="28129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중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설계 메모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5577</TotalTime>
  <Words>2969</Words>
  <Application>Microsoft Office PowerPoint</Application>
  <PresentationFormat>와이드스크린</PresentationFormat>
  <Paragraphs>671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Noto Sans KR DemiLight</vt:lpstr>
      <vt:lpstr>Noto Sans KR ExtraBold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2642</cp:revision>
  <dcterms:created xsi:type="dcterms:W3CDTF">2025-12-03T02:34:26Z</dcterms:created>
  <dcterms:modified xsi:type="dcterms:W3CDTF">2026-03-25T07:08:22Z</dcterms:modified>
</cp:coreProperties>
</file>