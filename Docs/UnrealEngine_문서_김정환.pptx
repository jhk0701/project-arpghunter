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297" r:id="rId13"/>
    <p:sldId id="291" r:id="rId14"/>
    <p:sldId id="289" r:id="rId15"/>
    <p:sldId id="272" r:id="rId16"/>
    <p:sldId id="292" r:id="rId17"/>
    <p:sldId id="290" r:id="rId18"/>
    <p:sldId id="293" r:id="rId19"/>
    <p:sldId id="294" r:id="rId20"/>
    <p:sldId id="265" r:id="rId21"/>
    <p:sldId id="276" r:id="rId22"/>
    <p:sldId id="284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1163" autoAdjust="0"/>
  </p:normalViewPr>
  <p:slideViewPr>
    <p:cSldViewPr snapToGrid="0" showGuides="1">
      <p:cViewPr varScale="1">
        <p:scale>
          <a:sx n="93" d="100"/>
          <a:sy n="93" d="100"/>
        </p:scale>
        <p:origin x="1218" y="9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랜드스케이프</a:t>
            </a:r>
            <a:r>
              <a:rPr lang="ko-KR" altLang="en-US" dirty="0" smtClean="0"/>
              <a:t> 적용 후 에러 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입력을 받을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6585735" y="1334908"/>
            <a:ext cx="5106256" cy="1829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540000" y="4364074"/>
            <a:ext cx="2501151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6585735" y="3603786"/>
            <a:ext cx="5106256" cy="1829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463646" y="4364074"/>
            <a:ext cx="2632353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1234380" y="4117853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119801" y="4117852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비전투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41480" y="2730876"/>
            <a:ext cx="5554519" cy="11938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1850277" y="3229987"/>
            <a:ext cx="266007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Class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540000" y="3390472"/>
            <a:ext cx="2669069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정비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3359649" y="3390472"/>
            <a:ext cx="2736351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전투 시</a:t>
            </a:r>
            <a:r>
              <a:rPr lang="en-US" altLang="ko-KR" dirty="0"/>
              <a:t>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캐릭터 </a:t>
            </a:r>
            <a:r>
              <a:rPr lang="ko-KR" altLang="en-US" dirty="0" err="1" smtClean="0"/>
              <a:t>체력바</a:t>
            </a:r>
            <a:r>
              <a:rPr lang="ko-KR" altLang="en-US" dirty="0" smtClean="0"/>
              <a:t>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6666334" y="513837"/>
            <a:ext cx="5179769" cy="206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/>
              <a:t> </a:t>
            </a:r>
            <a:r>
              <a:rPr lang="ko-KR" altLang="en-US" dirty="0" smtClean="0"/>
              <a:t>관련 주요 코드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2885455"/>
            <a:ext cx="5179769" cy="20040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 smtClean="0"/>
              <a:t> 구독 코드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6666333" y="5067300"/>
            <a:ext cx="5179769" cy="1271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자원 </a:t>
            </a:r>
            <a:r>
              <a:rPr lang="ko-KR" altLang="en-US" dirty="0" err="1" smtClean="0"/>
              <a:t>스탯</a:t>
            </a:r>
            <a:r>
              <a:rPr lang="ko-KR" altLang="en-US" dirty="0" smtClean="0"/>
              <a:t> 사용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666334" y="1707802"/>
            <a:ext cx="5179769" cy="25456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스탯에서</a:t>
            </a:r>
            <a:r>
              <a:rPr lang="ko-KR" altLang="en-US" dirty="0" smtClean="0"/>
              <a:t> 등록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제거하는 코드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6666333" y="433872"/>
            <a:ext cx="5179769" cy="1138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인터페이스 코드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540000" y="3753643"/>
            <a:ext cx="5565524" cy="26806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클래스 상속 구조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6666333" y="4389357"/>
            <a:ext cx="5179769" cy="20449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발동</a:t>
            </a:r>
            <a:r>
              <a:rPr lang="en-US" altLang="ko-KR" dirty="0" smtClean="0"/>
              <a:t>, </a:t>
            </a:r>
            <a:r>
              <a:rPr lang="ko-KR" altLang="en-US" dirty="0" smtClean="0"/>
              <a:t>발동 해제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666333" y="315047"/>
            <a:ext cx="5179769" cy="34377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 도중 적용하는 코드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3865389"/>
            <a:ext cx="5179769" cy="26488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아이템 사용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적용하는 코드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40001" y="3865389"/>
            <a:ext cx="5565524" cy="12704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액션에서 사용하는 데이터 객체</a:t>
            </a:r>
            <a:endParaRPr lang="ko-KR" altLang="en-US" dirty="0"/>
          </a:p>
        </p:txBody>
      </p:sp>
      <p:sp>
        <p:nvSpPr>
          <p:cNvPr id="18" name="직사각형 17"/>
          <p:cNvSpPr/>
          <p:nvPr/>
        </p:nvSpPr>
        <p:spPr>
          <a:xfrm>
            <a:off x="540001" y="5248383"/>
            <a:ext cx="5565524" cy="12658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아이템에서 사용하는 데이터 객체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540001" y="2270589"/>
            <a:ext cx="5565524" cy="1482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데이터 객체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하나의 동작을 하나의 액션으로 단위를 잡고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실행하고 현재 액션과 연결된 다음 액션을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확인하고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2280566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총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유형으로 정의하여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유형을 입력 받아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034345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캐릭터들의 행동을 나타내는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데이터를 이용하여 공격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종류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공통 사항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필요없으므로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간략화한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형태로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구조를 잡음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44751" y="306539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진행에서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두 종류로 구현이 가능했음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비교적 간단한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넉백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여러 공격 액션과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위한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활용한 행동 양식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FindPlayerService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주변에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하여 적을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시간 동안 적에게 다가가지 못하는 상황일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이미지 첨부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레벨을 구성하는 구역에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스폰될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개수를 가지고 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아이템 및 재화도 포함됨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등록되어 재사용됨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진행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진행함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직접적으로 의존 관계를 맺지 않도록 하기 위해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진행에 필요한 주된 데이터는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여부를 보관 중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는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구역 완료 이벤트를 구독함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사망에 해당하는 이벤트를 구독해둠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자신이 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전달받아 소속을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지정받음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 발행과 함께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소속 구역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앞선 구독했던 이벤트를 통해서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사망을 전달받음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죽었다면 구역 완료 이벤트를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 완료 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8502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문제 발생 배경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게임을 진행하기 위한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레벨이 필요했고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레벨과의 차이점이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4" y="40964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해결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충돌하거나 겹치더라도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</a:t>
            </a:r>
            <a:r>
              <a:rPr lang="ko-KR" altLang="en-US" sz="1000" dirty="0"/>
              <a:t>인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에러가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 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설정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7337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변경한다면 어떻게 변경할지 정리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4077</TotalTime>
  <Words>2144</Words>
  <Application>Microsoft Office PowerPoint</Application>
  <PresentationFormat>와이드스크린</PresentationFormat>
  <Paragraphs>548</Paragraphs>
  <Slides>22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0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1753</cp:revision>
  <dcterms:created xsi:type="dcterms:W3CDTF">2025-12-03T02:34:26Z</dcterms:created>
  <dcterms:modified xsi:type="dcterms:W3CDTF">2026-03-21T02:17:13Z</dcterms:modified>
</cp:coreProperties>
</file>