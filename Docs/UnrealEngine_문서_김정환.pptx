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300" r:id="rId13"/>
    <p:sldId id="297" r:id="rId14"/>
    <p:sldId id="291" r:id="rId15"/>
    <p:sldId id="301" r:id="rId16"/>
    <p:sldId id="289" r:id="rId17"/>
    <p:sldId id="272" r:id="rId18"/>
    <p:sldId id="292" r:id="rId19"/>
    <p:sldId id="302" r:id="rId20"/>
    <p:sldId id="290" r:id="rId21"/>
    <p:sldId id="293" r:id="rId22"/>
    <p:sldId id="294" r:id="rId23"/>
    <p:sldId id="265" r:id="rId24"/>
    <p:sldId id="276" r:id="rId25"/>
    <p:sldId id="303" r:id="rId26"/>
    <p:sldId id="284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87326" autoAdjust="0"/>
  </p:normalViewPr>
  <p:slideViewPr>
    <p:cSldViewPr snapToGrid="0" showGuides="1">
      <p:cViewPr varScale="1">
        <p:scale>
          <a:sx n="100" d="100"/>
          <a:sy n="100" d="100"/>
        </p:scale>
        <p:origin x="936" y="96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진행 중 발생하는 이벤트에 따라 지정한 효과를 얻거나 대상에게 부여할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628650" lvl="1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48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798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4611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작업 중인 레벨과의 차이점이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04697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dirty="0" smtClean="0">
              <a:solidFill>
                <a:schemeClr val="bg1"/>
              </a:solidFill>
              <a:latin typeface="Noto Sans KR Light" panose="020B0200000000000000" pitchFamily="34" charset="-128"/>
              <a:ea typeface="Noto Sans KR Light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6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27.png"/><Relationship Id="rId9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777308"/>
            <a:ext cx="11112001" cy="398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필요한 입력을 처리할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1282743"/>
            <a:ext cx="5235905" cy="228558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3683416"/>
            <a:ext cx="5235905" cy="1525242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5824" y="2351697"/>
            <a:ext cx="4238625" cy="131839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6"/>
          <a:srcRect b="2230"/>
          <a:stretch/>
        </p:blipFill>
        <p:spPr>
          <a:xfrm>
            <a:off x="4198703" y="3805201"/>
            <a:ext cx="2166153" cy="2806913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025"/>
          <a:stretch/>
        </p:blipFill>
        <p:spPr>
          <a:xfrm>
            <a:off x="444752" y="3805201"/>
            <a:ext cx="3679573" cy="205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스택뿐만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아니라 장비와 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요소는 일종의 자원으로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중이지 않다면 천천히 회복되고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전투 중 획득 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효과가 스킬 게이지를 소모하여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8"/>
            <a:ext cx="4535066" cy="181078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2192626"/>
            <a:ext cx="1669262" cy="190706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430" y="2192628"/>
            <a:ext cx="2427595" cy="167679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4166482"/>
            <a:ext cx="4201691" cy="2429579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7"/>
          <a:srcRect l="76583" t="15987" b="11662"/>
          <a:stretch/>
        </p:blipFill>
        <p:spPr>
          <a:xfrm>
            <a:off x="528459" y="3462206"/>
            <a:ext cx="2677196" cy="296563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8"/>
          <a:srcRect r="14780" b="1662"/>
          <a:stretch/>
        </p:blipFill>
        <p:spPr>
          <a:xfrm>
            <a:off x="3352488" y="3462206"/>
            <a:ext cx="2716763" cy="185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적용하는 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새로운 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동안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 이벤트가 발생할 때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7"/>
            <a:ext cx="3173406" cy="180679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218519"/>
            <a:ext cx="4121842" cy="261065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4576" y="4033759"/>
            <a:ext cx="2304511" cy="261011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4925853"/>
            <a:ext cx="2229188" cy="172230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275" y="3753643"/>
            <a:ext cx="5318148" cy="275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아이템에 유연하게 할당할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동일한 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효과를 여러 액션에서 할당하여 재사용하는 방식으로 사용할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315047"/>
            <a:ext cx="4511210" cy="182078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2270589"/>
            <a:ext cx="4222975" cy="217501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4580352"/>
            <a:ext cx="5093218" cy="1644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2062028"/>
            <a:ext cx="4603499" cy="16362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791805"/>
            <a:ext cx="3152976" cy="258994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92976" y="3791804"/>
            <a:ext cx="2412751" cy="2252312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23900" y="5422901"/>
            <a:ext cx="2969076" cy="95885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692976" y="4089285"/>
            <a:ext cx="2412548" cy="55256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회피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등의 애니메이션을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여러 동작을 하나의 액션으로 모듈화하여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액션과 이어진 액션을 연계하는 기능을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실행에 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직접적인 참조를 피하기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APlayerCharacter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TryUseStamina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바인딩 해주었고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 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호출하여 사용 가능 여부를 확인하는 구조입니다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63799" y="2896119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 유형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스매시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각각의 공격 유형의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입력받아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액션들 간에 사전에 설정된 연결 정보를 기반으로 연속적으로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액션이 실행되고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연결된 공격유형에 해당하는 입력이 들어오면 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다음 공격이 실행되는 방식입니다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454275" y="264989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5047"/>
            <a:ext cx="5184913" cy="279931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2" y="3297445"/>
            <a:ext cx="4516017" cy="327450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1925" y="3819449"/>
            <a:ext cx="2109574" cy="127022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6"/>
          <a:srcRect t="10379" b="6643"/>
          <a:stretch/>
        </p:blipFill>
        <p:spPr>
          <a:xfrm>
            <a:off x="3591925" y="5151226"/>
            <a:ext cx="1688484" cy="142071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846240" y="1771649"/>
            <a:ext cx="5005005" cy="1200151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6846239" y="4570965"/>
            <a:ext cx="3993211" cy="4010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2551"/>
          <a:stretch/>
        </p:blipFill>
        <p:spPr>
          <a:xfrm>
            <a:off x="1085352" y="3819449"/>
            <a:ext cx="2241300" cy="275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액션을 모듈화한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액션으로 실행할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몽타주에서 설정한 노티파이를 이용하여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세부적인 동작을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멤버변수 인덱스를 통해 원하는 시점에 수행하는 동작에 대한 데이터에 접근합니다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있기 때문에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클래스에 의존하지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구현하여 몽타주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933473"/>
            <a:ext cx="4177047" cy="15435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26" y="2564475"/>
            <a:ext cx="2675467" cy="159764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566653"/>
            <a:ext cx="2419987" cy="94364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9277" y="4467225"/>
            <a:ext cx="8078516" cy="213819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038475"/>
            <a:ext cx="2976512" cy="3566945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647700" y="4343400"/>
            <a:ext cx="2868812" cy="91440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꺾인 연결선 18"/>
          <p:cNvCxnSpPr>
            <a:stCxn id="18" idx="3"/>
            <a:endCxn id="14" idx="1"/>
          </p:cNvCxnSpPr>
          <p:nvPr/>
        </p:nvCxnSpPr>
        <p:spPr>
          <a:xfrm>
            <a:off x="3516512" y="4800600"/>
            <a:ext cx="262765" cy="735723"/>
          </a:xfrm>
          <a:prstGeom prst="bentConnector3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3668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진행하는 과정에서 효과를 적용할 수 있도록 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원하는 시점에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할당하여 효과를 적용할 수 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액션에서 효과를 적용하는 시점을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4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가지로 설정해두고 각각의 시점에서 할당한 효과를 적용시킵니다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실행 중 효과 발동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63799" y="4003279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사용하는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연계에 대한 정보를 담은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연결은 인접리스트를 이용한 그래프로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375705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UActionComboData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762" y="591272"/>
            <a:ext cx="4666974" cy="2886788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286" y="3630813"/>
            <a:ext cx="4177258" cy="30288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1737137"/>
            <a:ext cx="2577303" cy="186603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6"/>
          <a:srcRect r="5586"/>
          <a:stretch/>
        </p:blipFill>
        <p:spPr>
          <a:xfrm>
            <a:off x="3117302" y="1734708"/>
            <a:ext cx="3045373" cy="186846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7"/>
          <a:srcRect b="10529"/>
          <a:stretch/>
        </p:blipFill>
        <p:spPr>
          <a:xfrm>
            <a:off x="539999" y="4485288"/>
            <a:ext cx="2485123" cy="21726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7302" y="4485289"/>
            <a:ext cx="1783774" cy="2029812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93256" y="4485288"/>
            <a:ext cx="1740551" cy="2172687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3295120" y="4803497"/>
            <a:ext cx="1605956" cy="72100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62784" y="4792234"/>
            <a:ext cx="2362337" cy="398892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20" idx="3"/>
            <a:endCxn id="18" idx="1"/>
          </p:cNvCxnSpPr>
          <p:nvPr/>
        </p:nvCxnSpPr>
        <p:spPr>
          <a:xfrm>
            <a:off x="3025121" y="4991680"/>
            <a:ext cx="269999" cy="172319"/>
          </a:xfrm>
          <a:prstGeom prst="bentConnector3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5060552" y="4803497"/>
            <a:ext cx="1673253" cy="1854478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18" idx="3"/>
            <a:endCxn id="24" idx="1"/>
          </p:cNvCxnSpPr>
          <p:nvPr/>
        </p:nvCxnSpPr>
        <p:spPr>
          <a:xfrm>
            <a:off x="4901076" y="5163999"/>
            <a:ext cx="159476" cy="566737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본래 가진 액션의 성능을 강화하거나 새로운 액션 연계를 얻는 방식으로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성장은 스킬 포인트는 스테이지를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레벨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업할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때 얻을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이렇게 얻은 스킬 포인트로 미리 설정된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스킬트리에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따라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원하는대로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육성할 수 있도록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280566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설정값과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함께 스킬 성장으로 인해 얻은 값이나 추가적인 효과를 동적으로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2034345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UActionInstance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308078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강화를 나타내는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해당 강화를 선택하면 지정된 액션에 강화 내용이 반영됩니다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이용하여 상위 클래스에서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내용을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식으로 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연계를 해금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83456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USkillUpgrade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4231"/>
            <a:ext cx="4216071" cy="35652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937" y="3957826"/>
            <a:ext cx="3717499" cy="250158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01" y="4773310"/>
            <a:ext cx="5079750" cy="1723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선택할 수 있는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트리 형태로 설정한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강화할 액션의 내용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 소모량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 내용으로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연결될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설정하여 트리 형태 구조로 설정했습니다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USkillTreeData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7" y="315047"/>
            <a:ext cx="4161365" cy="615782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rcRect l="20021" r="44487"/>
          <a:stretch/>
        </p:blipFill>
        <p:spPr>
          <a:xfrm>
            <a:off x="539999" y="1781254"/>
            <a:ext cx="2519856" cy="208245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999" y="3958118"/>
            <a:ext cx="2600125" cy="265223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8000" y="2362640"/>
            <a:ext cx="2935652" cy="4247710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62785" y="2457450"/>
            <a:ext cx="956466" cy="94667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748510" y="5684519"/>
            <a:ext cx="1578787" cy="78834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16" idx="1"/>
            <a:endCxn id="17" idx="1"/>
          </p:cNvCxnSpPr>
          <p:nvPr/>
        </p:nvCxnSpPr>
        <p:spPr>
          <a:xfrm rot="10800000" flipH="1" flipV="1">
            <a:off x="662784" y="2930784"/>
            <a:ext cx="85725" cy="3147909"/>
          </a:xfrm>
          <a:prstGeom prst="bentConnector3">
            <a:avLst>
              <a:gd name="adj1" fmla="val -266667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095500" y="2501900"/>
            <a:ext cx="600075" cy="83309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3611139" y="4094462"/>
            <a:ext cx="1684762" cy="34418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꺾인 연결선 23"/>
          <p:cNvCxnSpPr>
            <a:stCxn id="22" idx="3"/>
            <a:endCxn id="23" idx="1"/>
          </p:cNvCxnSpPr>
          <p:nvPr/>
        </p:nvCxnSpPr>
        <p:spPr>
          <a:xfrm>
            <a:off x="2695575" y="2918450"/>
            <a:ext cx="915564" cy="134810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3700931" y="5746196"/>
            <a:ext cx="1594970" cy="86415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2095500" y="3429407"/>
            <a:ext cx="819345" cy="3942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꺾인 연결선 26"/>
          <p:cNvCxnSpPr>
            <a:endCxn id="25" idx="1"/>
          </p:cNvCxnSpPr>
          <p:nvPr/>
        </p:nvCxnSpPr>
        <p:spPr>
          <a:xfrm rot="16200000" flipH="1">
            <a:off x="1941046" y="4418388"/>
            <a:ext cx="2354646" cy="1165124"/>
          </a:xfrm>
          <a:prstGeom prst="bentConnector2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553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실질적인 저장 동작은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USaveLoadManager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만들었고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ISaveLoadHandler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이용해서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외에도 다른 정보들을 저장하고 불러올 수 있도록 구조화했습니다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315047"/>
            <a:ext cx="4367440" cy="2446576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4689917"/>
            <a:ext cx="5252378" cy="1908090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2944033"/>
            <a:ext cx="4800600" cy="156347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5395026"/>
            <a:ext cx="2886075" cy="1202981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4062723"/>
            <a:ext cx="2886075" cy="1183078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062723"/>
            <a:ext cx="2876550" cy="1354897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000" y="2183570"/>
            <a:ext cx="5555999" cy="1687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및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ACharacter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IHitable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상속하고 구현하고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받을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필요 없으므로 간략한 형태로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MonsterConfig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데이터에셋으로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구조화했습니다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8512" y="315046"/>
            <a:ext cx="3438137" cy="284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B-05\Downloads\carbon (1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513" y="3215268"/>
            <a:ext cx="2685662" cy="3047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B-05\Downloads\carbon (2)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4025" y="3215268"/>
            <a:ext cx="2508041" cy="3414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3759100"/>
            <a:ext cx="5556000" cy="2758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10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5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99094" y="3005576"/>
            <a:ext cx="4759355" cy="3528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C:\Users\B-05\Downloads\carbon (7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9095" y="302801"/>
            <a:ext cx="4915976" cy="2618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직사각형 11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탐색하고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1099" y="2859462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5"/>
          <a:srcRect r="10361"/>
          <a:stretch/>
        </p:blipFill>
        <p:spPr>
          <a:xfrm>
            <a:off x="451100" y="3721236"/>
            <a:ext cx="3158876" cy="2781067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6"/>
          <a:srcRect l="5189" r="9276"/>
          <a:stretch/>
        </p:blipFill>
        <p:spPr>
          <a:xfrm>
            <a:off x="3655290" y="3721236"/>
            <a:ext cx="2898490" cy="2031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637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활용했으며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행동에 관련하여 추가적인 작업을 수행했습니다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234126"/>
            <a:ext cx="552866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1099" y="2859462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567348"/>
            <a:ext cx="4573730" cy="144963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851781"/>
            <a:ext cx="4781550" cy="241492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853" y="3648075"/>
            <a:ext cx="5622531" cy="281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06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/>
        </p:nvSpPr>
        <p:spPr>
          <a:xfrm>
            <a:off x="454275" y="110676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몽타주에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GimicNotify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설정하여 특정한 종류의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파훼하면 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일시적으로 그로기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실행합니다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860544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321428"/>
            <a:ext cx="3752063" cy="140344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1825017"/>
            <a:ext cx="3785240" cy="22035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4128731"/>
            <a:ext cx="4469825" cy="249114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6"/>
          <a:srcRect t="1719" r="9584" b="17304"/>
          <a:stretch/>
        </p:blipFill>
        <p:spPr>
          <a:xfrm>
            <a:off x="540000" y="2705099"/>
            <a:ext cx="5556000" cy="148284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7"/>
          <a:srcRect l="18814" t="75574" r="16258" b="694"/>
          <a:stretch/>
        </p:blipFill>
        <p:spPr>
          <a:xfrm>
            <a:off x="540000" y="5325686"/>
            <a:ext cx="4162424" cy="1031766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8"/>
          <a:srcRect r="25218"/>
          <a:stretch/>
        </p:blipFill>
        <p:spPr>
          <a:xfrm>
            <a:off x="539999" y="4308947"/>
            <a:ext cx="2042805" cy="895733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16624" y="4308947"/>
            <a:ext cx="2176300" cy="895733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1224760" y="5570220"/>
            <a:ext cx="2747165" cy="20193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4697768" y="5325686"/>
            <a:ext cx="14824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 활성화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정보와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정보를 데이터테이블로 만들어두었습니다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부여하여 각각의 구역을 표시합니다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않고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등록하여 재사용합니다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023438"/>
            <a:ext cx="5049979" cy="34634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9" y="315047"/>
            <a:ext cx="1562100" cy="7659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8" y="1151668"/>
            <a:ext cx="4550607" cy="180108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3665560"/>
            <a:ext cx="2565149" cy="2709957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7"/>
          <a:srcRect l="45483"/>
          <a:stretch/>
        </p:blipFill>
        <p:spPr>
          <a:xfrm>
            <a:off x="3228518" y="3665560"/>
            <a:ext cx="2877006" cy="257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4156316"/>
            <a:ext cx="3436393" cy="2523679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315047"/>
            <a:ext cx="3754578" cy="1222797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1" y="1586409"/>
            <a:ext cx="2800940" cy="122222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2857202"/>
            <a:ext cx="3704280" cy="125054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게임 진행에 직접적 관여하지 않도록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444751" y="860544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1908492"/>
            <a:ext cx="1662324" cy="1144130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444751" y="1666283"/>
            <a:ext cx="253657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종류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460380" y="3085534"/>
            <a:ext cx="5645144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000" y="4373274"/>
            <a:ext cx="5194981" cy="2103726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7301710" y="926444"/>
            <a:ext cx="3581508" cy="49793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7301710" y="2483497"/>
            <a:ext cx="1146965" cy="2228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7301710" y="3683584"/>
            <a:ext cx="2627871" cy="34215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20" idx="3"/>
            <a:endCxn id="14" idx="3"/>
          </p:cNvCxnSpPr>
          <p:nvPr/>
        </p:nvCxnSpPr>
        <p:spPr>
          <a:xfrm flipH="1">
            <a:off x="9929581" y="1175413"/>
            <a:ext cx="953637" cy="1022110"/>
          </a:xfrm>
          <a:prstGeom prst="bentConnector3">
            <a:avLst>
              <a:gd name="adj1" fmla="val -2397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연결선 26"/>
          <p:cNvCxnSpPr>
            <a:stCxn id="21" idx="3"/>
            <a:endCxn id="15" idx="0"/>
          </p:cNvCxnSpPr>
          <p:nvPr/>
        </p:nvCxnSpPr>
        <p:spPr>
          <a:xfrm>
            <a:off x="8448675" y="2594940"/>
            <a:ext cx="532105" cy="262262"/>
          </a:xfrm>
          <a:prstGeom prst="bentConnector2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/>
          <p:cNvSpPr/>
          <p:nvPr/>
        </p:nvSpPr>
        <p:spPr>
          <a:xfrm>
            <a:off x="7317671" y="5855284"/>
            <a:ext cx="2627871" cy="72077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3" name="꺾인 연결선 52"/>
          <p:cNvCxnSpPr>
            <a:stCxn id="22" idx="3"/>
            <a:endCxn id="51" idx="3"/>
          </p:cNvCxnSpPr>
          <p:nvPr/>
        </p:nvCxnSpPr>
        <p:spPr>
          <a:xfrm>
            <a:off x="9929581" y="3854662"/>
            <a:ext cx="15961" cy="2361010"/>
          </a:xfrm>
          <a:prstGeom prst="bentConnector3">
            <a:avLst>
              <a:gd name="adj1" fmla="val 745217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2988450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4" y="3234671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해결했습니다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4" y="1880455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원인 분석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4" y="2126676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최초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반환되어 에러가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확인했고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레벨과의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차이점은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유무임을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높이와 충돌 문제가 있음을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기존에 쓰던 평평한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메시에서와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차이와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충돌로 인해서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5206" y="3727114"/>
            <a:ext cx="4803319" cy="261734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274" y="3727113"/>
            <a:ext cx="4715416" cy="205647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274" y="5926358"/>
            <a:ext cx="5632201" cy="427271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979179" y="4476750"/>
            <a:ext cx="4088121" cy="5810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379104" y="5849480"/>
            <a:ext cx="5707371" cy="5810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꺾인 연결선 17"/>
          <p:cNvCxnSpPr>
            <a:stCxn id="15" idx="3"/>
            <a:endCxn id="16" idx="0"/>
          </p:cNvCxnSpPr>
          <p:nvPr/>
        </p:nvCxnSpPr>
        <p:spPr>
          <a:xfrm flipH="1">
            <a:off x="3232790" y="4767263"/>
            <a:ext cx="1834510" cy="1082217"/>
          </a:xfrm>
          <a:prstGeom prst="bentConnector4">
            <a:avLst>
              <a:gd name="adj1" fmla="val -12461"/>
              <a:gd name="adj2" fmla="val 6342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6781800" y="4464839"/>
            <a:ext cx="3838576" cy="4318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103869"/>
            <a:ext cx="7921244" cy="103677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5449706"/>
            <a:ext cx="9658861" cy="60165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2501331"/>
            <a:ext cx="2946150" cy="1408086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667454" y="4552950"/>
            <a:ext cx="7793790" cy="4476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꺾인 연결선 19"/>
          <p:cNvCxnSpPr>
            <a:stCxn id="17" idx="3"/>
            <a:endCxn id="3" idx="0"/>
          </p:cNvCxnSpPr>
          <p:nvPr/>
        </p:nvCxnSpPr>
        <p:spPr>
          <a:xfrm flipH="1">
            <a:off x="5369430" y="4776788"/>
            <a:ext cx="3091814" cy="672918"/>
          </a:xfrm>
          <a:prstGeom prst="bentConnector4">
            <a:avLst>
              <a:gd name="adj1" fmla="val -7394"/>
              <a:gd name="adj2" fmla="val 666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설정하고 다시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출력됐습니다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아니라면 데이터테이블에서 레벨 시퀀스를 직접 참조하기 때문에 발생한 것이라 판단했고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후 다시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후 사용하는 것으로 문제를 해결했습니다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2051" y="3727115"/>
            <a:ext cx="5297928" cy="199540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3727116"/>
            <a:ext cx="4133850" cy="1995405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819853" y="5153025"/>
            <a:ext cx="3742621" cy="2952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5582353" y="4857749"/>
            <a:ext cx="4914197" cy="6762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꺾인 연결선 19"/>
          <p:cNvCxnSpPr>
            <a:stCxn id="17" idx="3"/>
            <a:endCxn id="18" idx="1"/>
          </p:cNvCxnSpPr>
          <p:nvPr/>
        </p:nvCxnSpPr>
        <p:spPr>
          <a:xfrm flipV="1">
            <a:off x="4562474" y="5195887"/>
            <a:ext cx="1019879" cy="10477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7443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42338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Gameplay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2122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Gameplay Ability System(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 단에서 이미 지원하는 기능이 있다는 것을 모른 상태로 개발을 진행한 것이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엔진을 사용하는 장점을 져버렸다는 점이 아쉬웠습니다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점을 반성하고자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대해 학습하고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적용한다면 어떤 식으로 작업할지 정리해보았습니다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54275" y="2120828"/>
            <a:ext cx="334097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UAbilitySystemComponent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367049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54275" y="3105712"/>
            <a:ext cx="207941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UGameplayEffect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3351933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3598154"/>
            <a:ext cx="335220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UGameplayAbility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UAbilityTask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, Tag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4275" y="3844375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613270"/>
            <a:ext cx="206498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Stat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대응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FGameplayAttribute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859491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클래스들의 대응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5332</TotalTime>
  <Words>2833</Words>
  <Application>Microsoft Office PowerPoint</Application>
  <PresentationFormat>와이드스크린</PresentationFormat>
  <Paragraphs>638</Paragraphs>
  <Slides>26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4" baseType="lpstr">
      <vt:lpstr>Noto Sans KR DemiLight</vt:lpstr>
      <vt:lpstr>Noto Sans KR ExtraBold</vt:lpstr>
      <vt:lpstr>Noto Sans KR Light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2416</cp:revision>
  <dcterms:created xsi:type="dcterms:W3CDTF">2025-12-03T02:34:26Z</dcterms:created>
  <dcterms:modified xsi:type="dcterms:W3CDTF">2026-03-24T14:14:41Z</dcterms:modified>
</cp:coreProperties>
</file>