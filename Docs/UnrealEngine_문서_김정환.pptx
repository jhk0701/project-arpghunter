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7326" autoAdjust="0"/>
  </p:normalViewPr>
  <p:slideViewPr>
    <p:cSldViewPr snapToGrid="0" showGuides="1">
      <p:cViewPr>
        <p:scale>
          <a:sx n="100" d="100"/>
          <a:sy n="100" d="100"/>
        </p:scale>
        <p:origin x="216" y="9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82743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235905" cy="152524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351697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462206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4121842" cy="261065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0" y="1771649"/>
            <a:ext cx="5005005" cy="120015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933473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564475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566653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91440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꺾인 연결선 18"/>
          <p:cNvCxnSpPr>
            <a:stCxn id="18" idx="3"/>
            <a:endCxn id="14" idx="1"/>
          </p:cNvCxnSpPr>
          <p:nvPr/>
        </p:nvCxnSpPr>
        <p:spPr>
          <a:xfrm>
            <a:off x="3516512" y="4800600"/>
            <a:ext cx="262765" cy="735723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형태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689917"/>
            <a:ext cx="5252378" cy="190809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944033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6"/>
            <a:ext cx="2886075" cy="1202981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86075" cy="11830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59100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567348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851781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648075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085534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37327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727113"/>
            <a:ext cx="5396794" cy="2940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후 사용하는 것으로 문제를 해결했습니다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4275" y="2120828"/>
            <a:ext cx="334097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UAbilitySystemComponent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367049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54275" y="3105712"/>
            <a:ext cx="207941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UGameplayEffect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351933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3598154"/>
            <a:ext cx="335220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UGameplayAbility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UAbilityTask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Tag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4275" y="3844375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613270"/>
            <a:ext cx="20649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Stat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FGameplayAttribute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85949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5324</TotalTime>
  <Words>2831</Words>
  <Application>Microsoft Office PowerPoint</Application>
  <PresentationFormat>와이드스크린</PresentationFormat>
  <Paragraphs>635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2403</cp:revision>
  <dcterms:created xsi:type="dcterms:W3CDTF">2025-12-03T02:34:26Z</dcterms:created>
  <dcterms:modified xsi:type="dcterms:W3CDTF">2026-03-24T13:50:17Z</dcterms:modified>
</cp:coreProperties>
</file>