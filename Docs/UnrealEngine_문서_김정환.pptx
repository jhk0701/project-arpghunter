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8" r:id="rId2"/>
    <p:sldId id="259" r:id="rId3"/>
    <p:sldId id="260" r:id="rId4"/>
    <p:sldId id="261" r:id="rId5"/>
    <p:sldId id="286" r:id="rId6"/>
    <p:sldId id="287" r:id="rId7"/>
    <p:sldId id="288" r:id="rId8"/>
    <p:sldId id="291" r:id="rId9"/>
    <p:sldId id="289" r:id="rId10"/>
    <p:sldId id="272" r:id="rId11"/>
    <p:sldId id="292" r:id="rId12"/>
    <p:sldId id="290" r:id="rId13"/>
    <p:sldId id="293" r:id="rId14"/>
    <p:sldId id="294" r:id="rId15"/>
    <p:sldId id="265" r:id="rId16"/>
    <p:sldId id="276" r:id="rId17"/>
    <p:sldId id="284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79419" autoAdjust="0"/>
  </p:normalViewPr>
  <p:slideViewPr>
    <p:cSldViewPr snapToGrid="0" showGuides="1">
      <p:cViewPr varScale="1">
        <p:scale>
          <a:sx n="91" d="100"/>
          <a:sy n="91" d="100"/>
        </p:scale>
        <p:origin x="1296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진행과 관련된 기능을 담당하는 주요 클래스들입니다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540000" y="1776634"/>
            <a:ext cx="11112000" cy="44371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이용한 입력 구현 설명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컨트롤러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액션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컴포넌트와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2896119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컴포넌트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이펙트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스킬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3668</TotalTime>
  <Words>1535</Words>
  <Application>Microsoft Office PowerPoint</Application>
  <PresentationFormat>와이드스크린</PresentationFormat>
  <Paragraphs>364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1463</cp:revision>
  <dcterms:created xsi:type="dcterms:W3CDTF">2025-12-03T02:34:26Z</dcterms:created>
  <dcterms:modified xsi:type="dcterms:W3CDTF">2026-03-19T14:49:48Z</dcterms:modified>
</cp:coreProperties>
</file>