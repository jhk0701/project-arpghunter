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265" r:id="rId24"/>
    <p:sldId id="276" r:id="rId25"/>
    <p:sldId id="303" r:id="rId26"/>
    <p:sldId id="284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05" autoAdjust="0"/>
    <p:restoredTop sz="90000" autoAdjust="0"/>
  </p:normalViewPr>
  <p:slideViewPr>
    <p:cSldViewPr snapToGrid="0" showGuides="1">
      <p:cViewPr varScale="1">
        <p:scale>
          <a:sx n="104" d="100"/>
          <a:sy n="104" d="100"/>
        </p:scale>
        <p:origin x="204" y="72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469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0.png"/><Relationship Id="rId9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929668" y="-157664"/>
            <a:ext cx="14051336" cy="71733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75000"/>
                    </a14:imgEffect>
                  </a14:imgLayer>
                </a14:imgProps>
              </a:ext>
            </a:extLst>
          </a:blip>
          <a:srcRect l="21238" t="3717" r="15580" b="4056"/>
          <a:stretch/>
        </p:blipFill>
        <p:spPr>
          <a:xfrm>
            <a:off x="0" y="0"/>
            <a:ext cx="5963753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6" t="11024" r="5531" b="40886"/>
          <a:stretch/>
        </p:blipFill>
        <p:spPr>
          <a:xfrm>
            <a:off x="540000" y="1032836"/>
            <a:ext cx="11112000" cy="33042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936891"/>
            <a:ext cx="11112002" cy="398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필요한 입력을 처리할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31375"/>
            <a:ext cx="5353584" cy="233695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353584" cy="155952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240590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게이지는 자원 요소로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작동하고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중이지 않다면 천천히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회복됩니다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게이지는 전투 중 획득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게이지를 소모하여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869420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170180"/>
            <a:ext cx="4274482" cy="27073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5432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아이템에 할당할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모듈화하고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액션에서 재사용하여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조립하듯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있고 각 유형의 입력을 받아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1" y="1771649"/>
            <a:ext cx="4190568" cy="17602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1085352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595145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226147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28325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40233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277" y="3032660"/>
            <a:ext cx="2402067" cy="1216431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7882128" y="5760720"/>
            <a:ext cx="704088" cy="30175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47700" y="4892342"/>
            <a:ext cx="2214372" cy="37460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꺾인 연결선 21"/>
          <p:cNvCxnSpPr>
            <a:stCxn id="18" idx="3"/>
            <a:endCxn id="14" idx="1"/>
          </p:cNvCxnSpPr>
          <p:nvPr/>
        </p:nvCxnSpPr>
        <p:spPr>
          <a:xfrm>
            <a:off x="3516512" y="4544568"/>
            <a:ext cx="262765" cy="99175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16" idx="0"/>
            <a:endCxn id="5" idx="2"/>
          </p:cNvCxnSpPr>
          <p:nvPr/>
        </p:nvCxnSpPr>
        <p:spPr>
          <a:xfrm rot="16200000" flipV="1">
            <a:off x="5851428" y="3377975"/>
            <a:ext cx="1511629" cy="3253861"/>
          </a:xfrm>
          <a:prstGeom prst="bentConnector3">
            <a:avLst>
              <a:gd name="adj1" fmla="val 8871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3968496" y="3475470"/>
            <a:ext cx="1920240" cy="39167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꺾인 연결선 36"/>
          <p:cNvCxnSpPr>
            <a:stCxn id="35" idx="1"/>
            <a:endCxn id="20" idx="1"/>
          </p:cNvCxnSpPr>
          <p:nvPr/>
        </p:nvCxnSpPr>
        <p:spPr>
          <a:xfrm rot="10800000" flipV="1">
            <a:off x="647700" y="3671309"/>
            <a:ext cx="3320796" cy="1408333"/>
          </a:xfrm>
          <a:prstGeom prst="bentConnector3">
            <a:avLst>
              <a:gd name="adj1" fmla="val 10688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방향으로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성장에 필요한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포인트는 스테이지를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클리어해서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올려 얻을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포인트로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따라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 대로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성장으로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얻은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값을 추가하도록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  <p:sp>
        <p:nvSpPr>
          <p:cNvPr id="14" name="직사각형 13"/>
          <p:cNvSpPr/>
          <p:nvPr/>
        </p:nvSpPr>
        <p:spPr>
          <a:xfrm>
            <a:off x="7159752" y="3080785"/>
            <a:ext cx="3392424" cy="31163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923215"/>
            <a:ext cx="4136124" cy="85009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4817056"/>
            <a:ext cx="3730395" cy="1444189"/>
          </a:xfrm>
          <a:prstGeom prst="rect">
            <a:avLst/>
          </a:prstGeom>
        </p:spPr>
      </p:pic>
      <p:cxnSp>
        <p:nvCxnSpPr>
          <p:cNvPr id="17" name="꺾인 연결선 16"/>
          <p:cNvCxnSpPr>
            <a:stCxn id="14" idx="3"/>
            <a:endCxn id="6" idx="3"/>
          </p:cNvCxnSpPr>
          <p:nvPr/>
        </p:nvCxnSpPr>
        <p:spPr>
          <a:xfrm>
            <a:off x="10552176" y="3236605"/>
            <a:ext cx="250281" cy="1111657"/>
          </a:xfrm>
          <a:prstGeom prst="bentConnector3">
            <a:avLst>
              <a:gd name="adj1" fmla="val 19133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14" idx="3"/>
            <a:endCxn id="15" idx="3"/>
          </p:cNvCxnSpPr>
          <p:nvPr/>
        </p:nvCxnSpPr>
        <p:spPr>
          <a:xfrm flipH="1">
            <a:off x="10396727" y="3236605"/>
            <a:ext cx="155449" cy="2302546"/>
          </a:xfrm>
          <a:prstGeom prst="bentConnector3">
            <a:avLst>
              <a:gd name="adj1" fmla="val -31568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인덱스를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설정하여 트리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형태가 되도록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저장하기 쉽도록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482655"/>
            <a:ext cx="4367440" cy="2235134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880025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7"/>
            <a:ext cx="2809507" cy="117106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09507" cy="1151691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747712" y="4995863"/>
            <a:ext cx="2544127" cy="24993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3" idx="1"/>
          </p:cNvCxnSpPr>
          <p:nvPr/>
        </p:nvCxnSpPr>
        <p:spPr>
          <a:xfrm flipV="1">
            <a:off x="3291839" y="4638569"/>
            <a:ext cx="208014" cy="48226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꺾인 연결선 20"/>
          <p:cNvCxnSpPr>
            <a:stCxn id="17" idx="3"/>
            <a:endCxn id="12" idx="1"/>
          </p:cNvCxnSpPr>
          <p:nvPr/>
        </p:nvCxnSpPr>
        <p:spPr>
          <a:xfrm>
            <a:off x="3291839" y="5120832"/>
            <a:ext cx="208014" cy="85972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6891337" y="1168400"/>
            <a:ext cx="2532063" cy="48260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6891337" y="2021753"/>
            <a:ext cx="3395663" cy="58809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꺾인 연결선 27"/>
          <p:cNvCxnSpPr>
            <a:stCxn id="26" idx="3"/>
            <a:endCxn id="19" idx="3"/>
          </p:cNvCxnSpPr>
          <p:nvPr/>
        </p:nvCxnSpPr>
        <p:spPr>
          <a:xfrm>
            <a:off x="9423400" y="1409701"/>
            <a:ext cx="2053057" cy="2252061"/>
          </a:xfrm>
          <a:prstGeom prst="bentConnector3">
            <a:avLst>
              <a:gd name="adj1" fmla="val 11113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연결선 30"/>
          <p:cNvCxnSpPr>
            <a:stCxn id="27" idx="3"/>
            <a:endCxn id="18" idx="3"/>
          </p:cNvCxnSpPr>
          <p:nvPr/>
        </p:nvCxnSpPr>
        <p:spPr>
          <a:xfrm>
            <a:off x="10287000" y="2315802"/>
            <a:ext cx="756297" cy="3284420"/>
          </a:xfrm>
          <a:prstGeom prst="bentConnector3">
            <a:avLst>
              <a:gd name="adj1" fmla="val 21969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3" y="3215268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3215268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727116"/>
            <a:ext cx="5556000" cy="2758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행동에 관련하여 추가적인 작업을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844347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128780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721236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6"/>
          <a:srcRect t="1719" r="9584" b="17304"/>
          <a:stretch/>
        </p:blipFill>
        <p:spPr>
          <a:xfrm>
            <a:off x="540000" y="2705099"/>
            <a:ext cx="5556000" cy="14828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7"/>
          <a:srcRect l="18814" t="75574" r="16258" b="694"/>
          <a:stretch/>
        </p:blipFill>
        <p:spPr>
          <a:xfrm>
            <a:off x="540000" y="5325686"/>
            <a:ext cx="4162424" cy="1031766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/>
          <a:srcRect r="25218"/>
          <a:stretch/>
        </p:blipFill>
        <p:spPr>
          <a:xfrm>
            <a:off x="539999" y="4308947"/>
            <a:ext cx="2042805" cy="89573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6624" y="4308947"/>
            <a:ext cx="2176300" cy="895733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1224760" y="5570220"/>
            <a:ext cx="2747165" cy="2019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697768" y="5325686"/>
            <a:ext cx="14824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 활성화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인덱스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665560"/>
            <a:ext cx="2565149" cy="27099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/>
          <a:srcRect l="45483"/>
          <a:stretch/>
        </p:blipFill>
        <p:spPr>
          <a:xfrm>
            <a:off x="3228518" y="3665560"/>
            <a:ext cx="2877006" cy="25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415631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315047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1" y="1586409"/>
            <a:ext cx="2800940" cy="12222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2857202"/>
            <a:ext cx="3704280" cy="125054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 간에 개별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진행 과정에 직접적으로 관여하지 않도록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860544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1908492"/>
            <a:ext cx="1662324" cy="1144130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44751" y="1666283"/>
            <a:ext cx="25365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460380" y="3175752"/>
            <a:ext cx="56451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4373274"/>
            <a:ext cx="5194981" cy="2103726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7301710" y="926444"/>
            <a:ext cx="3581508" cy="49793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301710" y="2483497"/>
            <a:ext cx="1146965" cy="2228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301710" y="3683584"/>
            <a:ext cx="2627871" cy="34215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20" idx="3"/>
            <a:endCxn id="14" idx="3"/>
          </p:cNvCxnSpPr>
          <p:nvPr/>
        </p:nvCxnSpPr>
        <p:spPr>
          <a:xfrm flipH="1">
            <a:off x="9929581" y="1175413"/>
            <a:ext cx="953637" cy="1022110"/>
          </a:xfrm>
          <a:prstGeom prst="bentConnector3">
            <a:avLst>
              <a:gd name="adj1" fmla="val -239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21" idx="3"/>
            <a:endCxn id="15" idx="0"/>
          </p:cNvCxnSpPr>
          <p:nvPr/>
        </p:nvCxnSpPr>
        <p:spPr>
          <a:xfrm>
            <a:off x="8448675" y="2594940"/>
            <a:ext cx="532105" cy="262262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7317671" y="5855284"/>
            <a:ext cx="2627871" cy="72077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꺾인 연결선 52"/>
          <p:cNvCxnSpPr>
            <a:stCxn id="22" idx="3"/>
            <a:endCxn id="51" idx="3"/>
          </p:cNvCxnSpPr>
          <p:nvPr/>
        </p:nvCxnSpPr>
        <p:spPr>
          <a:xfrm>
            <a:off x="9929581" y="3854662"/>
            <a:ext cx="15961" cy="2361010"/>
          </a:xfrm>
          <a:prstGeom prst="bentConnector3">
            <a:avLst>
              <a:gd name="adj1" fmla="val 74521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878855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기능을 작업하고 나서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이용해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125076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770860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017081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206" y="3617519"/>
            <a:ext cx="4803319" cy="26173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3617518"/>
            <a:ext cx="4715416" cy="205647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5816763"/>
            <a:ext cx="5632201" cy="427271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979179" y="4367155"/>
            <a:ext cx="408812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79104" y="5739885"/>
            <a:ext cx="570737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꺾인 연결선 17"/>
          <p:cNvCxnSpPr>
            <a:stCxn id="15" idx="3"/>
            <a:endCxn id="16" idx="0"/>
          </p:cNvCxnSpPr>
          <p:nvPr/>
        </p:nvCxnSpPr>
        <p:spPr>
          <a:xfrm flipH="1">
            <a:off x="3232790" y="4657668"/>
            <a:ext cx="1834510" cy="1082217"/>
          </a:xfrm>
          <a:prstGeom prst="bentConnector4">
            <a:avLst>
              <a:gd name="adj1" fmla="val -12461"/>
              <a:gd name="adj2" fmla="val 6342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6781800" y="4355244"/>
            <a:ext cx="3838576" cy="4318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테스트를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103869"/>
            <a:ext cx="7921244" cy="103677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5449706"/>
            <a:ext cx="9658861" cy="60165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2501331"/>
            <a:ext cx="2946150" cy="1408086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667454" y="4552950"/>
            <a:ext cx="7793790" cy="4476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3" idx="0"/>
          </p:cNvCxnSpPr>
          <p:nvPr/>
        </p:nvCxnSpPr>
        <p:spPr>
          <a:xfrm flipH="1">
            <a:off x="5369430" y="4776788"/>
            <a:ext cx="3091814" cy="672918"/>
          </a:xfrm>
          <a:prstGeom prst="bentConnector4">
            <a:avLst>
              <a:gd name="adj1" fmla="val -7394"/>
              <a:gd name="adj2" fmla="val 666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아니라면 데이터테이블에서 레벨 시퀀스를 직접 참조하기 때문에 발생한 것이라 판단했고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사용하는 것으로 문제를 해결했습니다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051" y="3441640"/>
            <a:ext cx="5297928" cy="199540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3441641"/>
            <a:ext cx="4133850" cy="1995405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819853" y="4867550"/>
            <a:ext cx="3742621" cy="295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582353" y="4572274"/>
            <a:ext cx="4914197" cy="676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8" idx="1"/>
          </p:cNvCxnSpPr>
          <p:nvPr/>
        </p:nvCxnSpPr>
        <p:spPr>
          <a:xfrm flipV="1">
            <a:off x="4562474" y="4910412"/>
            <a:ext cx="1019879" cy="10477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7443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77557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프로젝트를 개발 당시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언리얼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 System(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대한 사전 지식이 없는 상태로 액션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전투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상태 변화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처리하는 시스템을 구축했습니다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액션과 효과를 모듈화하고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 컴포넌트나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간의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결합도를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낮추는 등 객체지향적 설계에 대해 고민하며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비록 프로젝트 중반에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알게 되어 아쉬움이 있었지만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밑바닥부터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유사한 구조 설계하는 과정은 오히려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구조 대해 이해하는데 큰 도움이 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유사한 구조를 만들어보며 고민하고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구현해보았기에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AttributeSet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Effect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같은 요소들이 분리된 이유와 의도에 대해 이해할 수 있었습니다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 가진 방대한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아키텍쳐에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설계를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어느정도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공감하며 이해할 수 있게 되어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학습하고 다음 프로젝트에 적용하는데 더 효과적으로 작업할 수 있을 것입니다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4088722"/>
            <a:ext cx="7599827" cy="2400711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4"/>
          <a:srcRect l="2966" b="2416"/>
          <a:stretch/>
        </p:blipFill>
        <p:spPr>
          <a:xfrm>
            <a:off x="6814295" y="2049734"/>
            <a:ext cx="5075830" cy="3519676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54275" y="3809572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및 액션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077218" y="5569410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5485</TotalTime>
  <Words>2840</Words>
  <Application>Microsoft Office PowerPoint</Application>
  <PresentationFormat>와이드스크린</PresentationFormat>
  <Paragraphs>642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Noto Sans KR DemiLight</vt:lpstr>
      <vt:lpstr>Noto Sans KR ExtraBold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2570</cp:revision>
  <dcterms:created xsi:type="dcterms:W3CDTF">2025-12-03T02:34:26Z</dcterms:created>
  <dcterms:modified xsi:type="dcterms:W3CDTF">2026-03-25T02:19:17Z</dcterms:modified>
</cp:coreProperties>
</file>