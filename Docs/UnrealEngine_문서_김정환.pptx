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297" r:id="rId13"/>
    <p:sldId id="291" r:id="rId14"/>
    <p:sldId id="289" r:id="rId15"/>
    <p:sldId id="272" r:id="rId16"/>
    <p:sldId id="292" r:id="rId17"/>
    <p:sldId id="290" r:id="rId18"/>
    <p:sldId id="293" r:id="rId19"/>
    <p:sldId id="294" r:id="rId20"/>
    <p:sldId id="265" r:id="rId21"/>
    <p:sldId id="276" r:id="rId22"/>
    <p:sldId id="28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1163" autoAdjust="0"/>
  </p:normalViewPr>
  <p:slideViewPr>
    <p:cSldViewPr snapToGrid="0" showGuides="1">
      <p:cViewPr varScale="1">
        <p:scale>
          <a:sx n="93" d="100"/>
          <a:sy n="93" d="100"/>
        </p:scale>
        <p:origin x="1218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이용하여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1334908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3603786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318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974155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1" y="2730876"/>
            <a:ext cx="5277670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0139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컴포넌트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컴포넌트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자원으로 소모해서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 등의 액션을 수행할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 자원을 소모해서 특정 액션의 효과를 얻을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스태머니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게이지의 자원 변화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변화를 반영할 수 있도록 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발행 모델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454275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6"/>
            <a:ext cx="5179769" cy="28766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3543000"/>
            <a:ext cx="5179769" cy="27961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적용하는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공통점을 발견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재사용할 수 있도록 적용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값등을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저장한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만들어둔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애셋은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아이템과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등록해서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2342636"/>
            <a:ext cx="5179769" cy="37682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7156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454275" y="3903280"/>
            <a:ext cx="5833509" cy="22075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적용하는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공통점을 발견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재사용할 수 있도록 적용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값등을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저장한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만들어둔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애셋은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아이템과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등록해서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2649594"/>
            <a:ext cx="5179769" cy="17156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4539594"/>
            <a:ext cx="5179769" cy="17156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454275" y="3753644"/>
            <a:ext cx="5833509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454274" y="5248383"/>
            <a:ext cx="5833509" cy="10068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9" name="직사각형 18"/>
          <p:cNvSpPr/>
          <p:nvPr/>
        </p:nvSpPr>
        <p:spPr>
          <a:xfrm>
            <a:off x="6666333" y="480220"/>
            <a:ext cx="5179769" cy="19650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0139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 컴포넌트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캐릭터들의 행동을 나타내는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데이터를 이용하여 공격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3926</TotalTime>
  <Words>2026</Words>
  <Application>Microsoft Office PowerPoint</Application>
  <PresentationFormat>와이드스크린</PresentationFormat>
  <Paragraphs>551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0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1568</cp:revision>
  <dcterms:created xsi:type="dcterms:W3CDTF">2025-12-03T02:34:26Z</dcterms:created>
  <dcterms:modified xsi:type="dcterms:W3CDTF">2026-03-20T09:21:03Z</dcterms:modified>
</cp:coreProperties>
</file>