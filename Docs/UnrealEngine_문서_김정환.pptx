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290" r:id="rId20"/>
    <p:sldId id="302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77765" autoAdjust="0"/>
  </p:normalViewPr>
  <p:slideViewPr>
    <p:cSldViewPr snapToGrid="0" showGuides="1">
      <p:cViewPr>
        <p:scale>
          <a:sx n="150" d="100"/>
          <a:sy n="150" d="100"/>
        </p:scale>
        <p:origin x="-72" y="3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480347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929361"/>
            <a:ext cx="5235905" cy="152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3756128" cy="237902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382420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712012"/>
            <a:ext cx="2229188" cy="1722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305000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80378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328827" y="4158001"/>
            <a:ext cx="2767173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연계 이미지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40001" y="4158001"/>
            <a:ext cx="2580886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공격 입력 종류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297445"/>
            <a:ext cx="4177258" cy="302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특정한 동작을 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40000" y="3047732"/>
            <a:ext cx="5555999" cy="355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4147128"/>
            <a:ext cx="5179769" cy="24582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몽타주에 노티파이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6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1946048"/>
            <a:ext cx="2874831" cy="171669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1948226"/>
            <a:ext cx="2419987" cy="94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418114" y="1753411"/>
            <a:ext cx="2677885" cy="184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r>
              <a:rPr lang="ko-KR" altLang="en-US" dirty="0" smtClean="0"/>
              <a:t> 효과 </a:t>
            </a:r>
            <a:r>
              <a:rPr lang="ko-KR" altLang="en-US" dirty="0" err="1" smtClean="0"/>
              <a:t>할당란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1753410"/>
            <a:ext cx="2693058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시점 </a:t>
            </a:r>
            <a:r>
              <a:rPr lang="en-US" altLang="ko-KR" dirty="0" err="1" smtClean="0"/>
              <a:t>enum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496034"/>
            <a:ext cx="5555999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ComboDataAsset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9" y="3436563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4177258" cy="302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846320"/>
            <a:ext cx="5555999" cy="14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업그레이드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데이터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539999" y="1745536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549525" y="4113235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833853"/>
            <a:ext cx="3222678" cy="151792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554847"/>
            <a:ext cx="4946400" cy="179693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858369"/>
            <a:ext cx="4800600" cy="1563474"/>
          </a:xfrm>
          <a:prstGeom prst="rect">
            <a:avLst/>
          </a:prstGeom>
        </p:spPr>
      </p:pic>
      <p:sp>
        <p:nvSpPr>
          <p:cNvPr id="21" name="직사각형 20"/>
          <p:cNvSpPr/>
          <p:nvPr/>
        </p:nvSpPr>
        <p:spPr>
          <a:xfrm>
            <a:off x="540000" y="2512695"/>
            <a:ext cx="5555999" cy="20421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SaveLoad</a:t>
            </a:r>
            <a:r>
              <a:rPr lang="en-US" altLang="ko-KR" dirty="0" smtClean="0"/>
              <a:t> </a:t>
            </a:r>
            <a:r>
              <a:rPr lang="ko-KR" altLang="en-US" dirty="0" smtClean="0"/>
              <a:t>관련 클래스 구조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39999" y="4065104"/>
            <a:ext cx="5555999" cy="23571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몬스터</a:t>
            </a:r>
            <a:r>
              <a:rPr lang="ko-KR" altLang="en-US" dirty="0" smtClean="0"/>
              <a:t> 구성도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415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5" y="3069375"/>
            <a:ext cx="4812244" cy="3567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540000" y="3808094"/>
            <a:ext cx="5555999" cy="26308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일반 </a:t>
            </a:r>
            <a:r>
              <a:rPr lang="ko-KR" altLang="en-US" dirty="0" err="1" smtClean="0"/>
              <a:t>몬스터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BT</a:t>
            </a:r>
            <a:endParaRPr lang="ko-KR" altLang="en-US" dirty="0"/>
          </a:p>
        </p:txBody>
      </p:sp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0"/>
            <a:ext cx="4970605" cy="2647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40000" y="3200400"/>
            <a:ext cx="5555999" cy="32384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보스 </a:t>
            </a:r>
            <a:r>
              <a:rPr lang="ko-KR" altLang="en-US" dirty="0" err="1" smtClean="0"/>
              <a:t>몬스터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BT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54275" y="1126643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불가한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가능하면 일반 공격 중 랜덤으로 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880422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후 사용하는 것으로 문제를 해결했습니다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4275" y="2120828"/>
            <a:ext cx="334097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UAbilitySystemComponent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367049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54275" y="3105712"/>
            <a:ext cx="207941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UGameplayEffect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351933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3598154"/>
            <a:ext cx="335220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UGameplayAbility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UAbilityTask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Tag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4275" y="3844375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613270"/>
            <a:ext cx="20649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Stat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FGameplayAttribute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85949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4895</TotalTime>
  <Words>2723</Words>
  <Application>Microsoft Office PowerPoint</Application>
  <PresentationFormat>사용자 지정</PresentationFormat>
  <Paragraphs>642</Paragraphs>
  <Slides>25</Slides>
  <Notes>24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6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B-05</cp:lastModifiedBy>
  <cp:revision>2179</cp:revision>
  <dcterms:created xsi:type="dcterms:W3CDTF">2025-12-03T02:34:26Z</dcterms:created>
  <dcterms:modified xsi:type="dcterms:W3CDTF">2026-03-23T06:54:06Z</dcterms:modified>
</cp:coreProperties>
</file>