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300" r:id="rId13"/>
    <p:sldId id="297" r:id="rId14"/>
    <p:sldId id="291" r:id="rId15"/>
    <p:sldId id="301" r:id="rId16"/>
    <p:sldId id="289" r:id="rId17"/>
    <p:sldId id="272" r:id="rId18"/>
    <p:sldId id="292" r:id="rId19"/>
    <p:sldId id="290" r:id="rId20"/>
    <p:sldId id="302" r:id="rId21"/>
    <p:sldId id="293" r:id="rId22"/>
    <p:sldId id="294" r:id="rId23"/>
    <p:sldId id="265" r:id="rId24"/>
    <p:sldId id="276" r:id="rId25"/>
    <p:sldId id="284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83488" autoAdjust="0"/>
  </p:normalViewPr>
  <p:slideViewPr>
    <p:cSldViewPr snapToGrid="0" showGuides="1">
      <p:cViewPr varScale="1">
        <p:scale>
          <a:sx n="96" d="100"/>
          <a:sy n="96" d="100"/>
        </p:scale>
        <p:origin x="1098" y="84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진행 중 발생하는 이벤트에 따라 지정한 효과를 얻거나 대상에게 부여할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628650" lvl="1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48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798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4611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 smtClean="0"/>
              <a:t>랜드스케이프</a:t>
            </a:r>
            <a:r>
              <a:rPr lang="ko-KR" altLang="en-US" dirty="0" smtClean="0"/>
              <a:t> 적용 후 에러 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dirty="0" smtClean="0">
              <a:solidFill>
                <a:schemeClr val="bg1"/>
              </a:solidFill>
              <a:latin typeface="Noto Sans KR Light" panose="020B0200000000000000" pitchFamily="34" charset="-128"/>
              <a:ea typeface="Noto Sans KR Light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777308"/>
            <a:ext cx="11112001" cy="398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입력을 받을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6585735" y="319553"/>
            <a:ext cx="5106256" cy="1829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컨트롤러 바인딩 코드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540000" y="4364074"/>
            <a:ext cx="2501151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6585735" y="2477918"/>
            <a:ext cx="5106256" cy="38304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3463646" y="4364074"/>
            <a:ext cx="2632353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1234380" y="4117853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119801" y="4117852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비전투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41480" y="2730876"/>
            <a:ext cx="5554519" cy="11938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1850277" y="3229987"/>
            <a:ext cx="266007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Class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스택뿐만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아니라 장비와 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요소는 일종의 자원으로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중이지 않다면 천천히 회복되고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전투 중 획득 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효과가 스킬 게이지를 소모하여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540000" y="3390472"/>
            <a:ext cx="2669069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캐릭터 정비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3359649" y="3390472"/>
            <a:ext cx="2736351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전투 시</a:t>
            </a:r>
            <a:r>
              <a:rPr lang="en-US" altLang="ko-KR" dirty="0"/>
              <a:t>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캐릭터 </a:t>
            </a:r>
            <a:r>
              <a:rPr lang="ko-KR" altLang="en-US" dirty="0" err="1" smtClean="0"/>
              <a:t>체력바</a:t>
            </a:r>
            <a:r>
              <a:rPr lang="ko-KR" altLang="en-US" dirty="0" smtClean="0"/>
              <a:t>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6666334" y="513837"/>
            <a:ext cx="5179769" cy="20617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</a:t>
            </a:r>
            <a:r>
              <a:rPr lang="ko-KR" altLang="en-US" dirty="0"/>
              <a:t> </a:t>
            </a:r>
            <a:r>
              <a:rPr lang="ko-KR" altLang="en-US" dirty="0" smtClean="0"/>
              <a:t>관련 주요 코드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6666333" y="2885455"/>
            <a:ext cx="5179769" cy="20040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</a:t>
            </a:r>
            <a:r>
              <a:rPr lang="ko-KR" altLang="en-US" dirty="0" smtClean="0"/>
              <a:t> 구독 코드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6666333" y="5067300"/>
            <a:ext cx="5179769" cy="1271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자원 </a:t>
            </a:r>
            <a:r>
              <a:rPr lang="ko-KR" altLang="en-US" dirty="0" err="1" smtClean="0"/>
              <a:t>스탯</a:t>
            </a:r>
            <a:r>
              <a:rPr lang="ko-KR" altLang="en-US" dirty="0" smtClean="0"/>
              <a:t> 사용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적용하는 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새로운 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동안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666334" y="1707802"/>
            <a:ext cx="5179769" cy="25456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스탯에서</a:t>
            </a:r>
            <a:r>
              <a:rPr lang="ko-KR" altLang="en-US" dirty="0" smtClean="0"/>
              <a:t> 등록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제거하는 코드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6666333" y="433872"/>
            <a:ext cx="5179769" cy="1138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인터페이스 코드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540000" y="3753643"/>
            <a:ext cx="5565524" cy="26806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클래스 상속 구조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6666333" y="4389357"/>
            <a:ext cx="5179769" cy="20449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발동</a:t>
            </a:r>
            <a:r>
              <a:rPr lang="en-US" altLang="ko-KR" dirty="0" smtClean="0"/>
              <a:t>, </a:t>
            </a:r>
            <a:r>
              <a:rPr lang="ko-KR" altLang="en-US" dirty="0" smtClean="0"/>
              <a:t>발동 해제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아이템에 유연하게 할당할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동일한 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효과를 여러 액션에서 할당하여 재사용하는 방식으로 사용할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666333" y="315047"/>
            <a:ext cx="5179769" cy="34377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 도중 적용하는 코드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6666333" y="3865389"/>
            <a:ext cx="5179769" cy="26488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아이템 사용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적용하는 코드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540001" y="3865389"/>
            <a:ext cx="5565524" cy="12704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액션에서 사용하는 데이터 객체</a:t>
            </a:r>
            <a:endParaRPr lang="ko-KR" altLang="en-US" dirty="0"/>
          </a:p>
        </p:txBody>
      </p:sp>
      <p:sp>
        <p:nvSpPr>
          <p:cNvPr id="18" name="직사각형 17"/>
          <p:cNvSpPr/>
          <p:nvPr/>
        </p:nvSpPr>
        <p:spPr>
          <a:xfrm>
            <a:off x="540001" y="5248383"/>
            <a:ext cx="5565524" cy="12658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아이템에서 사용하는 데이터 객체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540001" y="2270589"/>
            <a:ext cx="5565524" cy="14822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데이터 객체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회피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등의 애니메이션을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여러 동작을 하나의 액션으로 모듈화하여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액션과 이어진 액션을 연계하는 기능을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실행에 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직접적인 참조를 피하기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APlayerCharacter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TryUseStamina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바인딩 해주었고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 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호출하여 사용 가능 여부를 확인하는 구조입니다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63799" y="3050007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 유형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각각의 공격 유형의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입력받아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액션들 간에 사전에 설정된 연결 정보를 기반으로 연속적으로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액션이 실행되고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연결된 공격유형에 해당하는 입력이 들어오면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다음 공격이 실행되는 방식입니다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454275" y="280378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328827" y="4158001"/>
            <a:ext cx="2767173" cy="21708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콤보</a:t>
            </a:r>
            <a:r>
              <a:rPr lang="ko-KR" altLang="en-US" dirty="0" smtClean="0"/>
              <a:t> 연계 이미지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6666333" y="315046"/>
            <a:ext cx="5179769" cy="23348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APlayerCharacter</a:t>
            </a:r>
            <a:endParaRPr lang="en-US" altLang="ko-KR" dirty="0" smtClean="0"/>
          </a:p>
          <a:p>
            <a:pPr algn="ctr"/>
            <a:r>
              <a:rPr lang="en-US" altLang="ko-KR" dirty="0" err="1" smtClean="0"/>
              <a:t>TryUseStamina</a:t>
            </a:r>
            <a:r>
              <a:rPr lang="en-US" altLang="ko-KR" dirty="0" smtClean="0"/>
              <a:t> </a:t>
            </a:r>
            <a:r>
              <a:rPr lang="ko-KR" altLang="en-US" dirty="0" smtClean="0"/>
              <a:t>바인딩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6666333" y="2803786"/>
            <a:ext cx="5179769" cy="35250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 호출 코드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540001" y="4158001"/>
            <a:ext cx="2490876" cy="21708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공격 입력 종류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액션을 모듈화한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액션으로 실행할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몽타주에서 설정한 노티파이를 이용하여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세부적인 동작을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멤버변수 인덱스를 통해 원하는 시점에 특정한 동작을 수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있기 때문에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클래스에 의존하지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구현하여 몽타주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540000" y="3047732"/>
            <a:ext cx="5555999" cy="355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Action </a:t>
            </a:r>
            <a:r>
              <a:rPr lang="ko-KR" altLang="en-US" dirty="0" err="1" smtClean="0"/>
              <a:t>에셋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6666333" y="315046"/>
            <a:ext cx="5179769" cy="18254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AttackNotify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6666333" y="2431474"/>
            <a:ext cx="5179769" cy="23171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캐릭터 </a:t>
            </a:r>
            <a:r>
              <a:rPr lang="en-US" altLang="ko-KR" dirty="0" err="1" smtClean="0"/>
              <a:t>HandleAttackNotify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6666333" y="4904508"/>
            <a:ext cx="5179769" cy="170091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몽타주에 노티파이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3668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진행하는 과정에서 효과를 적용할 수 있도록 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원하는 시점에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할당하여 효과를 적용할 수 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액션에서 효과를 적용하는 시점을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4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가지로 설정해두고 각각의 시점에서 할당한 효과를 적용시킵니다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실행 중 효과 발동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3418114" y="1753411"/>
            <a:ext cx="2677885" cy="184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Action </a:t>
            </a:r>
            <a:r>
              <a:rPr lang="ko-KR" altLang="en-US" dirty="0" err="1" smtClean="0"/>
              <a:t>에셋</a:t>
            </a:r>
            <a:r>
              <a:rPr lang="ko-KR" altLang="en-US" dirty="0" smtClean="0"/>
              <a:t> 효과 </a:t>
            </a:r>
            <a:r>
              <a:rPr lang="ko-KR" altLang="en-US" dirty="0" err="1" smtClean="0"/>
              <a:t>할당란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6666333" y="315046"/>
            <a:ext cx="5179769" cy="29833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효과 적용 코드들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540000" y="1753410"/>
            <a:ext cx="2693058" cy="1849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효과 시점 </a:t>
            </a:r>
            <a:r>
              <a:rPr lang="en-US" altLang="ko-KR" dirty="0" err="1" smtClean="0"/>
              <a:t>enum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463799" y="4003279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사용하는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연계에 대한 정보를 담은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연결은 인접리스트를 이용한 그래프로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375705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UActionComboData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539999" y="4496034"/>
            <a:ext cx="5555999" cy="1849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ComboDataAsset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6666332" y="3603171"/>
            <a:ext cx="5179769" cy="27426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콤보</a:t>
            </a:r>
            <a:r>
              <a:rPr lang="ko-KR" altLang="en-US" dirty="0" smtClean="0"/>
              <a:t> 구현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본래 가진 액션의 성능을 강화하거나 새로운 액션 연계를 얻는 방식으로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성장은 스킬 포인트는 스테이지를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레벨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업할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때 얻을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이렇게 얻은 스킬 포인트로 미리 설정된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스킬트리에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따라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원하는대로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육성할 수 있도록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280566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설정값과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함께 스킬 성장으로 인해 얻은 값이나 추가적인 효과를 동적으로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2034345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UActionInstance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308078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강화를 나타내는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해당 강화를 선택하면 지정된 액션에 강화 내용이 반영됩니다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이용하여 상위 클래스에서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내용을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식으로 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연계를 해금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83456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USkillUpgrade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539999" y="4846320"/>
            <a:ext cx="5555999" cy="14994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스킬 업그레이드 </a:t>
            </a:r>
            <a:r>
              <a:rPr lang="ko-KR" altLang="en-US" dirty="0" err="1" smtClean="0"/>
              <a:t>에셋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6666333" y="315046"/>
            <a:ext cx="5179769" cy="29833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UActionInstance</a:t>
            </a:r>
            <a:r>
              <a:rPr lang="ko-KR" altLang="en-US" dirty="0" smtClean="0"/>
              <a:t>에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스킬 적용하는 코드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6666333" y="3488942"/>
            <a:ext cx="5179769" cy="2856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스킬 적용 구현 예시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선택할 수 있는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트리 형태로 설정한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강화할 액션의 내용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 소모량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 내용으로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설정하여 트리 데이터 구조로 설정했습니다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USkillTreeData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539999" y="1745536"/>
            <a:ext cx="5555999" cy="2260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스킬 트리 </a:t>
            </a:r>
            <a:r>
              <a:rPr lang="ko-KR" altLang="en-US" dirty="0" err="1" smtClean="0"/>
              <a:t>에셋</a:t>
            </a:r>
            <a:endParaRPr lang="ko-KR" altLang="en-US" dirty="0"/>
          </a:p>
        </p:txBody>
      </p:sp>
      <p:sp>
        <p:nvSpPr>
          <p:cNvPr id="20" name="직사각형 19"/>
          <p:cNvSpPr/>
          <p:nvPr/>
        </p:nvSpPr>
        <p:spPr>
          <a:xfrm>
            <a:off x="549525" y="4113235"/>
            <a:ext cx="5555999" cy="2260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스킬 트리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21" name="직사각형 20"/>
          <p:cNvSpPr/>
          <p:nvPr/>
        </p:nvSpPr>
        <p:spPr>
          <a:xfrm>
            <a:off x="6666333" y="2221324"/>
            <a:ext cx="5179769" cy="2856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구현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5553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실질적인 저장 동작은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USaveLoadManager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만들었고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ISaveLoadHandler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이용해서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외에도 다른 정보들을 저장하고 불러올 수 있도록 구조화했습니다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및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ACharacter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IHitable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상속하고 구현하고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영향을 받을 수 있도록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 없으므로 간략한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형태로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MonsterConfig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데이터에셋으로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데이터테이블을 통해서 구성하도록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구조화했습니다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구성할 수 있도록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39999" y="4065104"/>
            <a:ext cx="5555999" cy="23571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몬스터</a:t>
            </a:r>
            <a:r>
              <a:rPr lang="ko-KR" altLang="en-US" dirty="0" smtClean="0"/>
              <a:t> 구성도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6334512" y="315047"/>
            <a:ext cx="5555999" cy="2260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상속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6334511" y="2733568"/>
            <a:ext cx="5555999" cy="36886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몬스터</a:t>
            </a:r>
            <a:r>
              <a:rPr lang="ko-KR" altLang="en-US" dirty="0" smtClean="0"/>
              <a:t> 데이터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돌아다니며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마다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발견하면 공격 상태로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전환합니다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때 공격합니다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가진 액션 중 랜덤으로 공격 액션을 수행하도록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가한 경우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시간 동안 적에게 다가가지 못하는 상황일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복귀합니다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액션마다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씩 스킬 포인트를 얻고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스킬 포인트가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파훼하면 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일시적으로 그로기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실행합니다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54275" y="1126643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탐색하고 플레이어 발견하면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전환합니다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불가한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추적하며 원거리 공격을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공격이 가능하면 일반 공격 중 랜덤으로 한 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포인트가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880422"/>
            <a:ext cx="552866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3606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레벨을 구성하는 구역에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스폰될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개수를 가지고 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아이템 및 재화도 포함됨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부여하여 각각의 구역을 표시함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등록되어 재사용됨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 진행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진행함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직접적으로 의존 관계를 맺지 않도록 하기 위해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진행에 필요한 주된 데이터는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구역의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여부를 보관 중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는 게임 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구역 완료 이벤트를 구독함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게임 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CombatGameMode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사망에 해당하는 이벤트를 구독해둠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자신이 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전달받아 소속을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지정받음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CombatGameMode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 발행과 함께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소속 구역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전달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앞선 구독했던 이벤트를 통해서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사망을 전달받음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구역의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죽었다면 구역 완료 이벤트를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 완료 처리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3850226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문제 발생 배경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게임을 진행하기 위한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레벨이 필요했고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레벨과의 차이점이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4" y="40964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해결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충돌하거나 겹치더라도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스폰하도록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</a:t>
            </a:r>
            <a:r>
              <a:rPr lang="ko-KR" altLang="en-US" sz="1000" dirty="0"/>
              <a:t>인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588342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에러가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 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54274" y="2834563"/>
            <a:ext cx="875503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 데이터테이블에서 레벨 시퀀스를 직접 참조하기 때문에 발생한 것이라 판단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설정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후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73371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21223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 Ability System(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변경한다면 어떻게 변경할지 정리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4685</TotalTime>
  <Words>2704</Words>
  <Application>Microsoft Office PowerPoint</Application>
  <PresentationFormat>와이드스크린</PresentationFormat>
  <Paragraphs>653</Paragraphs>
  <Slides>25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3" baseType="lpstr">
      <vt:lpstr>Noto Sans KR DemiLight</vt:lpstr>
      <vt:lpstr>Noto Sans KR ExtraBold</vt:lpstr>
      <vt:lpstr>Noto Sans KR Light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2024</cp:revision>
  <dcterms:created xsi:type="dcterms:W3CDTF">2025-12-03T02:34:26Z</dcterms:created>
  <dcterms:modified xsi:type="dcterms:W3CDTF">2026-03-22T10:01:14Z</dcterms:modified>
</cp:coreProperties>
</file>