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297" r:id="rId13"/>
    <p:sldId id="291" r:id="rId14"/>
    <p:sldId id="289" r:id="rId15"/>
    <p:sldId id="272" r:id="rId16"/>
    <p:sldId id="292" r:id="rId17"/>
    <p:sldId id="290" r:id="rId18"/>
    <p:sldId id="293" r:id="rId19"/>
    <p:sldId id="294" r:id="rId20"/>
    <p:sldId id="265" r:id="rId21"/>
    <p:sldId id="276" r:id="rId22"/>
    <p:sldId id="28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81163" autoAdjust="0"/>
  </p:normalViewPr>
  <p:slideViewPr>
    <p:cSldViewPr snapToGrid="0" showGuides="1">
      <p:cViewPr varScale="1">
        <p:scale>
          <a:sx n="93" d="100"/>
          <a:sy n="93" d="100"/>
        </p:scale>
        <p:origin x="1218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6585735" y="1334908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585735" y="3603786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4" y="513837"/>
            <a:ext cx="5179769" cy="206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/>
              <a:t> </a:t>
            </a:r>
            <a:r>
              <a:rPr lang="ko-KR" altLang="en-US" dirty="0" smtClean="0"/>
              <a:t>관련 주요 코드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85455"/>
            <a:ext cx="5179769" cy="2004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 smtClean="0"/>
              <a:t> 구독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5067300"/>
            <a:ext cx="5179769" cy="1271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자원 </a:t>
            </a:r>
            <a:r>
              <a:rPr lang="ko-KR" altLang="en-US" dirty="0" err="1" smtClean="0"/>
              <a:t>스탯</a:t>
            </a:r>
            <a:r>
              <a:rPr lang="ko-KR" altLang="en-US" dirty="0" smtClean="0"/>
              <a:t> 사용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적용하는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666334" y="1707802"/>
            <a:ext cx="5179769" cy="25456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스탯에서</a:t>
            </a:r>
            <a:r>
              <a:rPr lang="ko-KR" altLang="en-US" dirty="0" smtClean="0"/>
              <a:t> 등록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제거하는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6666333" y="433872"/>
            <a:ext cx="5179769" cy="1138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인터페이스 코드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666333" y="4389357"/>
            <a:ext cx="5179769" cy="20449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발동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발동 해제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6333" y="315047"/>
            <a:ext cx="5179769" cy="34377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도중 적용하는 코드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865389"/>
            <a:ext cx="5179769" cy="26488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아이템 사용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실질적인 동작을 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동작 실행 기능과 함께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현재 동작과 이어진 다음 동작을 확인하고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캐릭터들의 행동을 나타내는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데이터를 이용하여 공격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4057</TotalTime>
  <Words>2112</Words>
  <Application>Microsoft Office PowerPoint</Application>
  <PresentationFormat>와이드스크린</PresentationFormat>
  <Paragraphs>545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0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1732</cp:revision>
  <dcterms:created xsi:type="dcterms:W3CDTF">2025-12-03T02:34:26Z</dcterms:created>
  <dcterms:modified xsi:type="dcterms:W3CDTF">2026-03-20T14:29:46Z</dcterms:modified>
</cp:coreProperties>
</file>