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304" r:id="rId24"/>
    <p:sldId id="265" r:id="rId25"/>
    <p:sldId id="276" r:id="rId26"/>
    <p:sldId id="303" r:id="rId27"/>
    <p:sldId id="28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05" autoAdjust="0"/>
    <p:restoredTop sz="79278" autoAdjust="0"/>
  </p:normalViewPr>
  <p:slideViewPr>
    <p:cSldViewPr snapToGrid="0" showGuides="1">
      <p:cViewPr varScale="1">
        <p:scale>
          <a:sx n="90" d="100"/>
          <a:sy n="90" d="100"/>
        </p:scale>
        <p:origin x="-1512" y="-10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 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아이템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재료로 사용하여 아이템 제작에 사용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소비를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플레이어에게 각종 효과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제공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장착을 통해 플레이어의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상승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	-</a:t>
            </a: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무기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	-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방어구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구성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게임의 특성상 다양하고 많은 아이템을 다룰 수 있도록 데이터테이블과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아이템의 종류에 따라 구성하는 데이터가 달라 각 종류에 따른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대량의 아이템 정보는 데이터테이블로 관리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아이템의 세부적인 정보는 데이터 </a:t>
            </a:r>
            <a:r>
              <a:rPr lang="ko-KR" altLang="en-US" sz="1200" baseline="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200" baseline="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</a:t>
            </a:r>
            <a:endParaRPr lang="en-US" altLang="ko-KR" sz="1200" baseline="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4697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0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0.png"/><Relationship Id="rId9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29668" y="-157664"/>
            <a:ext cx="14051336" cy="717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75000"/>
                    </a14:imgEffect>
                  </a14:imgLayer>
                </a14:imgProps>
              </a:ext>
            </a:extLst>
          </a:blip>
          <a:srcRect l="21238" t="3717" r="15580" b="4056"/>
          <a:stretch/>
        </p:blipFill>
        <p:spPr>
          <a:xfrm>
            <a:off x="0" y="0"/>
            <a:ext cx="5963753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6" t="11024" r="5531" b="40886"/>
          <a:stretch/>
        </p:blipFill>
        <p:spPr>
          <a:xfrm>
            <a:off x="540000" y="1032836"/>
            <a:ext cx="11112000" cy="33042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936891"/>
            <a:ext cx="11112002" cy="3984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31375"/>
            <a:ext cx="5353584" cy="233695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353584" cy="155952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240590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자원 요소로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작동하고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중이지 않다면 천천히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회복됩니다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게이지를 소모하여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869420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170180"/>
            <a:ext cx="4274482" cy="27073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5432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액션에서 재사용하여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조립하듯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 각 유형의 입력을 받아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1" y="1771649"/>
            <a:ext cx="4190568" cy="17602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기반으로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595145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226147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28325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40233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277" y="3032660"/>
            <a:ext cx="2402067" cy="1216431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7882128" y="5760720"/>
            <a:ext cx="704088" cy="30175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47700" y="4892342"/>
            <a:ext cx="2214372" cy="37460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꺾인 연결선 21"/>
          <p:cNvCxnSpPr>
            <a:stCxn id="18" idx="3"/>
            <a:endCxn id="14" idx="1"/>
          </p:cNvCxnSpPr>
          <p:nvPr/>
        </p:nvCxnSpPr>
        <p:spPr>
          <a:xfrm>
            <a:off x="3516512" y="4544568"/>
            <a:ext cx="262765" cy="99175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16" idx="0"/>
            <a:endCxn id="5" idx="2"/>
          </p:cNvCxnSpPr>
          <p:nvPr/>
        </p:nvCxnSpPr>
        <p:spPr>
          <a:xfrm rot="16200000" flipV="1">
            <a:off x="5851428" y="3377975"/>
            <a:ext cx="1511629" cy="3253861"/>
          </a:xfrm>
          <a:prstGeom prst="bentConnector3">
            <a:avLst>
              <a:gd name="adj1" fmla="val 8871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직사각형 34"/>
          <p:cNvSpPr/>
          <p:nvPr/>
        </p:nvSpPr>
        <p:spPr>
          <a:xfrm>
            <a:off x="3968496" y="3475470"/>
            <a:ext cx="1920240" cy="39167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7" name="꺾인 연결선 36"/>
          <p:cNvCxnSpPr>
            <a:stCxn id="35" idx="1"/>
            <a:endCxn id="20" idx="1"/>
          </p:cNvCxnSpPr>
          <p:nvPr/>
        </p:nvCxnSpPr>
        <p:spPr>
          <a:xfrm rot="10800000" flipV="1">
            <a:off x="647700" y="3671309"/>
            <a:ext cx="3320796" cy="1408333"/>
          </a:xfrm>
          <a:prstGeom prst="bentConnector3">
            <a:avLst>
              <a:gd name="adj1" fmla="val 1068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방향으로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성장에 필요한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포인트는 스테이지를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클리어해서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레벨을 올려 얻을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원하는 대로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얻은 값을 추가하도록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  <p:sp>
        <p:nvSpPr>
          <p:cNvPr id="14" name="직사각형 13"/>
          <p:cNvSpPr/>
          <p:nvPr/>
        </p:nvSpPr>
        <p:spPr>
          <a:xfrm>
            <a:off x="7159752" y="3080785"/>
            <a:ext cx="3392424" cy="31163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923215"/>
            <a:ext cx="4136124" cy="85009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4817056"/>
            <a:ext cx="3730395" cy="1444189"/>
          </a:xfrm>
          <a:prstGeom prst="rect">
            <a:avLst/>
          </a:prstGeom>
        </p:spPr>
      </p:pic>
      <p:cxnSp>
        <p:nvCxnSpPr>
          <p:cNvPr id="17" name="꺾인 연결선 16"/>
          <p:cNvCxnSpPr>
            <a:stCxn id="14" idx="3"/>
            <a:endCxn id="6" idx="3"/>
          </p:cNvCxnSpPr>
          <p:nvPr/>
        </p:nvCxnSpPr>
        <p:spPr>
          <a:xfrm>
            <a:off x="10552176" y="3236605"/>
            <a:ext cx="250281" cy="1111657"/>
          </a:xfrm>
          <a:prstGeom prst="bentConnector3">
            <a:avLst>
              <a:gd name="adj1" fmla="val 191337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4" idx="3"/>
            <a:endCxn id="15" idx="3"/>
          </p:cNvCxnSpPr>
          <p:nvPr/>
        </p:nvCxnSpPr>
        <p:spPr>
          <a:xfrm flipH="1">
            <a:off x="10396727" y="3236605"/>
            <a:ext cx="155449" cy="2302546"/>
          </a:xfrm>
          <a:prstGeom prst="bentConnector3">
            <a:avLst>
              <a:gd name="adj1" fmla="val -31568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인덱스를 설정하여 트리 형태가 되도록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저장하기 쉽도록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482655"/>
            <a:ext cx="4367440" cy="2235134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880025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7"/>
            <a:ext cx="2809507" cy="117106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09507" cy="115169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747712" y="4995863"/>
            <a:ext cx="2544127" cy="24993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3" idx="1"/>
          </p:cNvCxnSpPr>
          <p:nvPr/>
        </p:nvCxnSpPr>
        <p:spPr>
          <a:xfrm flipV="1">
            <a:off x="3291839" y="4638569"/>
            <a:ext cx="208014" cy="48226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17" idx="3"/>
            <a:endCxn id="12" idx="1"/>
          </p:cNvCxnSpPr>
          <p:nvPr/>
        </p:nvCxnSpPr>
        <p:spPr>
          <a:xfrm>
            <a:off x="3291839" y="5120832"/>
            <a:ext cx="208014" cy="859728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/>
          <p:cNvSpPr/>
          <p:nvPr/>
        </p:nvSpPr>
        <p:spPr>
          <a:xfrm>
            <a:off x="6891337" y="1168400"/>
            <a:ext cx="2532063" cy="48260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6891337" y="2021753"/>
            <a:ext cx="3395663" cy="5880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꺾인 연결선 27"/>
          <p:cNvCxnSpPr>
            <a:stCxn id="26" idx="3"/>
            <a:endCxn id="19" idx="3"/>
          </p:cNvCxnSpPr>
          <p:nvPr/>
        </p:nvCxnSpPr>
        <p:spPr>
          <a:xfrm>
            <a:off x="9423400" y="1409701"/>
            <a:ext cx="2053057" cy="2252061"/>
          </a:xfrm>
          <a:prstGeom prst="bentConnector3">
            <a:avLst>
              <a:gd name="adj1" fmla="val 111135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연결선 30"/>
          <p:cNvCxnSpPr>
            <a:stCxn id="27" idx="3"/>
            <a:endCxn id="18" idx="3"/>
          </p:cNvCxnSpPr>
          <p:nvPr/>
        </p:nvCxnSpPr>
        <p:spPr>
          <a:xfrm>
            <a:off x="10287000" y="2315802"/>
            <a:ext cx="756297" cy="3284420"/>
          </a:xfrm>
          <a:prstGeom prst="bentConnector3">
            <a:avLst>
              <a:gd name="adj1" fmla="val 219696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27018" y="3441347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2530" y="3441347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0" y="3823180"/>
            <a:ext cx="5556000" cy="2758197"/>
          </a:xfrm>
          <a:prstGeom prst="rect">
            <a:avLst/>
          </a:prstGeom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2" y="3246603"/>
            <a:ext cx="2164788" cy="3496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864599" y="3254176"/>
            <a:ext cx="1917702" cy="34884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844347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128780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721236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인덱스를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 간에 개별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진행 과정에 직접적으로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175752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47233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C:\Users\B-05\Downloads\carbo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2" y="2212480"/>
            <a:ext cx="2593849" cy="930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2" y="828470"/>
            <a:ext cx="2593849" cy="1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/>
          <p:cNvSpPr/>
          <p:nvPr/>
        </p:nvSpPr>
        <p:spPr>
          <a:xfrm>
            <a:off x="444751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캐릭터가 사용하는 아이템의 종류는 크게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나눌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재료로 사용하여 아이템 제작에 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아이템을 소비하여 플레이어에게 각종 효과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상승시킵니다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 구조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454275" y="710906"/>
            <a:ext cx="8194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454275" y="2532788"/>
            <a:ext cx="564172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사용하여 다양하고 많은 아이템의 데이터를 추가하기 쉽게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데이터테이블을 사용해서 대량의 아이템 데이터를 관리하고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종류마다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세부적인 정보는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모듈화하는 방향으로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28" name="직사각형 27"/>
          <p:cNvSpPr/>
          <p:nvPr/>
        </p:nvSpPr>
        <p:spPr>
          <a:xfrm>
            <a:off x="454275" y="2286567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아이템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4" name="Picture 6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2" r="7215"/>
          <a:stretch/>
        </p:blipFill>
        <p:spPr bwMode="auto">
          <a:xfrm>
            <a:off x="9326959" y="512976"/>
            <a:ext cx="2646659" cy="2800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6183" y="3524249"/>
            <a:ext cx="2510061" cy="2827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65671" y="3524249"/>
            <a:ext cx="2411746" cy="2827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직사각형 12"/>
          <p:cNvSpPr/>
          <p:nvPr/>
        </p:nvSpPr>
        <p:spPr>
          <a:xfrm>
            <a:off x="7101564" y="6351264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장비 아이템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9931894" y="6351264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소비 아이템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7700732" y="530652"/>
            <a:ext cx="14793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아이템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기반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9326959" y="3024188"/>
            <a:ext cx="2194481" cy="28921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stCxn id="25" idx="2"/>
            <a:endCxn id="2056" idx="0"/>
          </p:cNvCxnSpPr>
          <p:nvPr/>
        </p:nvCxnSpPr>
        <p:spPr>
          <a:xfrm rot="16200000" flipH="1">
            <a:off x="10442450" y="3295155"/>
            <a:ext cx="210844" cy="2473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꺾인 연결선 32"/>
          <p:cNvCxnSpPr>
            <a:stCxn id="25" idx="2"/>
            <a:endCxn id="2055" idx="0"/>
          </p:cNvCxnSpPr>
          <p:nvPr/>
        </p:nvCxnSpPr>
        <p:spPr>
          <a:xfrm rot="5400000">
            <a:off x="9027285" y="2127334"/>
            <a:ext cx="210844" cy="258298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275" y="3451247"/>
            <a:ext cx="5641725" cy="29862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51653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878855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기능을 작업하고 나서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이용해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125076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770860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017081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617519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617518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816763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367155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739885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657668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355244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103869"/>
            <a:ext cx="7921244" cy="103677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5449706"/>
            <a:ext cx="9658861" cy="6016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2501331"/>
            <a:ext cx="2946150" cy="140808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667454" y="4552950"/>
            <a:ext cx="7793790" cy="4476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3" idx="0"/>
          </p:cNvCxnSpPr>
          <p:nvPr/>
        </p:nvCxnSpPr>
        <p:spPr>
          <a:xfrm flipH="1">
            <a:off x="5369430" y="4776788"/>
            <a:ext cx="3091814" cy="672918"/>
          </a:xfrm>
          <a:prstGeom prst="bentConnector4">
            <a:avLst>
              <a:gd name="adj1" fmla="val -7394"/>
              <a:gd name="adj2" fmla="val 666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아니라면 데이터테이블에서 레벨 시퀀스를 직접 참조하기 때문에 발생한 것이라 판단했고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사용하는 것으로 문제를 해결했습니다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1" y="3441640"/>
            <a:ext cx="5297928" cy="199540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3441641"/>
            <a:ext cx="4133850" cy="1995405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819853" y="4867550"/>
            <a:ext cx="3742621" cy="295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582353" y="4572274"/>
            <a:ext cx="4914197" cy="676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8" idx="1"/>
          </p:cNvCxnSpPr>
          <p:nvPr/>
        </p:nvCxnSpPr>
        <p:spPr>
          <a:xfrm flipV="1">
            <a:off x="4562474" y="4910412"/>
            <a:ext cx="1019879" cy="10477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744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77557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프로젝트를 개발 당시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언리얼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 System(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대한 사전 지식이 없는 상태로 액션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전투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상태 변화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처리하는 시스템을 구축했습니다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액션과 효과를 모듈화하고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컴포넌트나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간의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결합도를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낮추는 등 객체지향적 설계에 대해 고민하며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비록 프로젝트 중반에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알게 되어 아쉬움이 있었지만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밑바닥부터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유사한 구조 설계하는 과정은 오히려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구조 대해 이해하는데 큰 도움이 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유사한 구조를 만들어보며 고민하고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구현해보았기에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AttributeSet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Effect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같은 요소들이 분리된 이유와 의도에 대해 이해할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 가진 방대한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아키텍쳐에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설계를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어느정도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공감하며 이해할 수 있게 되어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학습하고 다음 프로젝트에 적용하는데 더 효과적으로 작업할 수 있을 것입니다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4088722"/>
            <a:ext cx="7599827" cy="2400711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l="2966" b="2416"/>
          <a:stretch/>
        </p:blipFill>
        <p:spPr>
          <a:xfrm>
            <a:off x="6814295" y="2049734"/>
            <a:ext cx="5075830" cy="3519676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54275" y="3809572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및 액션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077218" y="5569410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5575</TotalTime>
  <Words>2968</Words>
  <Application>Microsoft Office PowerPoint</Application>
  <PresentationFormat>사용자 지정</PresentationFormat>
  <Paragraphs>671</Paragraphs>
  <Slides>27</Slides>
  <Notes>26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28" baseType="lpstr"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B-05</cp:lastModifiedBy>
  <cp:revision>2639</cp:revision>
  <dcterms:created xsi:type="dcterms:W3CDTF">2025-12-03T02:34:26Z</dcterms:created>
  <dcterms:modified xsi:type="dcterms:W3CDTF">2026-03-25T06:55:09Z</dcterms:modified>
</cp:coreProperties>
</file>