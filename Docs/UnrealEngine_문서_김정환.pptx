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8" r:id="rId2"/>
    <p:sldId id="259" r:id="rId3"/>
    <p:sldId id="260" r:id="rId4"/>
    <p:sldId id="261" r:id="rId5"/>
    <p:sldId id="286" r:id="rId6"/>
    <p:sldId id="287" r:id="rId7"/>
    <p:sldId id="288" r:id="rId8"/>
    <p:sldId id="291" r:id="rId9"/>
    <p:sldId id="289" r:id="rId10"/>
    <p:sldId id="272" r:id="rId11"/>
    <p:sldId id="292" r:id="rId12"/>
    <p:sldId id="290" r:id="rId13"/>
    <p:sldId id="293" r:id="rId14"/>
    <p:sldId id="265" r:id="rId15"/>
    <p:sldId id="276" r:id="rId16"/>
    <p:sldId id="284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5" autoAdjust="0"/>
    <p:restoredTop sz="79419" autoAdjust="0"/>
  </p:normalViewPr>
  <p:slideViewPr>
    <p:cSldViewPr snapToGrid="0" showGuides="1">
      <p:cViewPr varScale="1">
        <p:scale>
          <a:sx n="91" d="100"/>
          <a:sy n="91" d="100"/>
        </p:scale>
        <p:origin x="1296" y="9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 smtClean="0"/>
              <a:t>랜드스케이프</a:t>
            </a:r>
            <a:r>
              <a:rPr lang="ko-KR" altLang="en-US" dirty="0" smtClean="0"/>
              <a:t> 적용 후 에러 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진행과 관련된 기능을 담당하는 주요 클래스들입니다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540000" y="1776634"/>
            <a:ext cx="11112000" cy="44371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이용한 입력 구현 설명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컨트롤러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액션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컴포넌트와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2896119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컴포넌트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이펙트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0928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스킬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종류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공통 사항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필요없으므로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간략화한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형태로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구조를 잡음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44751" y="306539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진행에서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두 종류로 구현이 가능했음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비교적 간단한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넉백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여러 공격 액션과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위한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활용한 행동 양식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BTService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FindPlayerService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주변에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하여 적을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시간 동안 적에게 다가가지 못하는 상황일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이미지 첨부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액션마다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씩 스킬 포인트를 얻고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스킬 포인트가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액션마다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씩 스킬 포인트를 얻고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스킬 포인트가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8502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문제 발생 배경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게임을 진행하기 위한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레벨이 필요했고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레벨과의 차이점이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4" y="40964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해결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충돌하거나 겹치더라도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</a:t>
            </a:r>
            <a:r>
              <a:rPr lang="ko-KR" altLang="en-US" sz="1000" dirty="0"/>
              <a:t>인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,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에러가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 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설정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7337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변경한다면 어떻게 변경할지 정리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3643</TotalTime>
  <Words>1364</Words>
  <Application>Microsoft Office PowerPoint</Application>
  <PresentationFormat>와이드스크린</PresentationFormat>
  <Paragraphs>344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1456</cp:revision>
  <dcterms:created xsi:type="dcterms:W3CDTF">2025-12-03T02:34:26Z</dcterms:created>
  <dcterms:modified xsi:type="dcterms:W3CDTF">2026-03-19T10:13:13Z</dcterms:modified>
</cp:coreProperties>
</file>